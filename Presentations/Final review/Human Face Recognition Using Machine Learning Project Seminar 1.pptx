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04" r:id="rId1"/>
  </p:sldMasterIdLst>
  <p:sldIdLst>
    <p:sldId id="256" r:id="rId2"/>
    <p:sldId id="274" r:id="rId3"/>
    <p:sldId id="272" r:id="rId4"/>
    <p:sldId id="276" r:id="rId5"/>
    <p:sldId id="301" r:id="rId6"/>
    <p:sldId id="302" r:id="rId7"/>
    <p:sldId id="289" r:id="rId8"/>
    <p:sldId id="290" r:id="rId9"/>
    <p:sldId id="312" r:id="rId10"/>
    <p:sldId id="291" r:id="rId11"/>
    <p:sldId id="295" r:id="rId12"/>
    <p:sldId id="296" r:id="rId13"/>
    <p:sldId id="298" r:id="rId14"/>
    <p:sldId id="337" r:id="rId15"/>
    <p:sldId id="308" r:id="rId16"/>
    <p:sldId id="339" r:id="rId17"/>
    <p:sldId id="335" r:id="rId18"/>
    <p:sldId id="318" r:id="rId19"/>
    <p:sldId id="317" r:id="rId20"/>
    <p:sldId id="319" r:id="rId21"/>
    <p:sldId id="320" r:id="rId22"/>
    <p:sldId id="336" r:id="rId23"/>
    <p:sldId id="310" r:id="rId24"/>
    <p:sldId id="321" r:id="rId25"/>
    <p:sldId id="322" r:id="rId26"/>
    <p:sldId id="330" r:id="rId27"/>
    <p:sldId id="323" r:id="rId28"/>
    <p:sldId id="324" r:id="rId29"/>
    <p:sldId id="325" r:id="rId30"/>
    <p:sldId id="327" r:id="rId31"/>
    <p:sldId id="331" r:id="rId32"/>
    <p:sldId id="332" r:id="rId33"/>
    <p:sldId id="333" r:id="rId34"/>
    <p:sldId id="315" r:id="rId35"/>
    <p:sldId id="334" r:id="rId36"/>
    <p:sldId id="30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5960D-D5AA-FEAF-4096-BE1B105641A9}" v="6" dt="2021-06-14T18:08:38.134"/>
    <p1510:client id="{2B675EB0-31E6-7C59-AEC6-28007F3398DA}" v="161" dt="2021-05-31T10:37:49.508"/>
    <p1510:client id="{2EDECD38-850F-E14B-B8DF-E5EDFC27B4D7}" v="16" dt="2020-09-24T20:05:06.599"/>
    <p1510:client id="{32E57DD5-E4D2-D0A7-F4FD-B08A8BFF9F04}" v="1396" dt="2021-04-26T20:39:43.774"/>
    <p1510:client id="{4D48F3A4-D17D-55A5-C68F-11A639777A6A}" v="999" dt="2021-04-30T09:11:49.499"/>
    <p1510:client id="{4E3ACEF5-FAE9-42E7-954D-58692C6DD960}" v="558" dt="2020-09-24T19:55:57.256"/>
    <p1510:client id="{6E15C29F-9007-0000-9B72-2F8AA882AD5B}" v="499" dt="2021-04-26T17:59:29.964"/>
    <p1510:client id="{80934E4F-C831-53E2-5D5C-C1D73661BCFF}" v="419" dt="2021-04-26T20:02:20.425"/>
    <p1510:client id="{80C4FB19-3BE5-C655-08F9-50E4207FEF0B}" v="1125" dt="2021-06-14T17:04:31.213"/>
    <p1510:client id="{81B9C796-8F8B-4F90-BD0A-DA5E6537C7EF}" v="48" dt="2021-04-26T19:06:44.588"/>
    <p1510:client id="{850146EF-1A0B-A73C-E038-71439DD239B3}" v="201" dt="2021-06-01T15:25:19.571"/>
    <p1510:client id="{8754F019-955E-F550-0C28-83238A39C742}" v="242" dt="2021-06-14T18:31:40.754"/>
    <p1510:client id="{930DC2C0-6B2F-BD50-1336-3EA4D11AC917}" v="205" dt="2021-06-01T12:42:15.071"/>
    <p1510:client id="{95797D3F-4154-64C9-B9A9-0108E2EEE008}" v="98" dt="2021-06-01T12:52:03.073"/>
    <p1510:client id="{98D83C12-B021-8A6E-E747-F446985EC587}" v="53" dt="2021-06-04T04:53:29.008"/>
    <p1510:client id="{AF801EA7-DD66-41A6-A48F-490711BC2910}" v="1735" dt="2021-04-26T17:10:53.929"/>
    <p1510:client id="{B0CA13A8-6EB4-50C4-0C97-ADCBC3168944}" v="251" dt="2021-06-04T04:44:42.473"/>
    <p1510:client id="{C8357469-8A86-C39C-6922-4AAEC4C70D1E}" v="181" dt="2021-04-26T19:03:41.134"/>
    <p1510:client id="{CB6CC4C8-06AC-95F2-569D-B18CD0364EF4}" v="868" dt="2021-06-03T12:31:44.386"/>
    <p1510:client id="{DC1BC29F-20E9-0000-9B72-2304198259B9}" v="164" dt="2021-04-26T19:15:07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FA7D52-6642-45B6-95A7-BDCA29E52A2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FE01D75F-F48B-4F78-8CFA-28F344B836AC}">
      <dgm:prSet/>
      <dgm:spPr/>
      <dgm:t>
        <a:bodyPr/>
        <a:lstStyle/>
        <a:p>
          <a:pPr>
            <a:defRPr b="1"/>
          </a:pPr>
          <a:r>
            <a:rPr lang="en-IN" b="0" i="0"/>
            <a:t>Project Guide:</a:t>
          </a:r>
          <a:endParaRPr lang="en-US" b="0"/>
        </a:p>
      </dgm:t>
    </dgm:pt>
    <dgm:pt modelId="{E4F63966-93C0-41B6-8081-72F57E40CEB1}" type="parTrans" cxnId="{EB181B8B-C1F5-454C-9505-6FE3B188EAEF}">
      <dgm:prSet/>
      <dgm:spPr/>
      <dgm:t>
        <a:bodyPr/>
        <a:lstStyle/>
        <a:p>
          <a:endParaRPr lang="en-US"/>
        </a:p>
      </dgm:t>
    </dgm:pt>
    <dgm:pt modelId="{7A84A012-D47E-4BDF-AB4C-1FA460F9A6A7}" type="sibTrans" cxnId="{EB181B8B-C1F5-454C-9505-6FE3B188EAEF}">
      <dgm:prSet/>
      <dgm:spPr/>
      <dgm:t>
        <a:bodyPr/>
        <a:lstStyle/>
        <a:p>
          <a:endParaRPr lang="en-US"/>
        </a:p>
      </dgm:t>
    </dgm:pt>
    <dgm:pt modelId="{4AABB96B-1211-466F-B7AB-CD715C642C78}">
      <dgm:prSet/>
      <dgm:spPr/>
      <dgm:t>
        <a:bodyPr/>
        <a:lstStyle/>
        <a:p>
          <a:r>
            <a:rPr lang="en-IN" b="1" i="0"/>
            <a:t>Dr. K. Veera Swamy,  M.Tech , Ph.D., Professor</a:t>
          </a:r>
          <a:endParaRPr lang="en-US"/>
        </a:p>
      </dgm:t>
    </dgm:pt>
    <dgm:pt modelId="{285E6BEF-E2B3-4140-8FD8-ABBBECCE48CA}" type="parTrans" cxnId="{CACF998A-6694-4EA6-AAAA-EC0C1D1BD8D4}">
      <dgm:prSet/>
      <dgm:spPr/>
      <dgm:t>
        <a:bodyPr/>
        <a:lstStyle/>
        <a:p>
          <a:endParaRPr lang="en-US"/>
        </a:p>
      </dgm:t>
    </dgm:pt>
    <dgm:pt modelId="{93DC7876-4FB5-496C-A8A7-B09FB4BEE0A3}" type="sibTrans" cxnId="{CACF998A-6694-4EA6-AAAA-EC0C1D1BD8D4}">
      <dgm:prSet/>
      <dgm:spPr/>
      <dgm:t>
        <a:bodyPr/>
        <a:lstStyle/>
        <a:p>
          <a:endParaRPr lang="en-US"/>
        </a:p>
      </dgm:t>
    </dgm:pt>
    <dgm:pt modelId="{D32B7BEE-F223-49E7-9C5B-E1452415007E}">
      <dgm:prSet/>
      <dgm:spPr/>
      <dgm:t>
        <a:bodyPr/>
        <a:lstStyle/>
        <a:p>
          <a:pPr>
            <a:defRPr b="1"/>
          </a:pPr>
          <a:r>
            <a:rPr lang="en-IN" b="0" i="0"/>
            <a:t>Project Seminar by:</a:t>
          </a:r>
          <a:endParaRPr lang="en-US"/>
        </a:p>
      </dgm:t>
    </dgm:pt>
    <dgm:pt modelId="{19A45907-5621-4BE0-90D1-7F7DE1E0FAFA}" type="parTrans" cxnId="{DEC06C08-3352-4109-8BDB-9B8DCF7A2E4D}">
      <dgm:prSet/>
      <dgm:spPr/>
      <dgm:t>
        <a:bodyPr/>
        <a:lstStyle/>
        <a:p>
          <a:endParaRPr lang="en-US"/>
        </a:p>
      </dgm:t>
    </dgm:pt>
    <dgm:pt modelId="{41CC09BC-3D87-4CC1-907B-5F123968783E}" type="sibTrans" cxnId="{DEC06C08-3352-4109-8BDB-9B8DCF7A2E4D}">
      <dgm:prSet/>
      <dgm:spPr/>
      <dgm:t>
        <a:bodyPr/>
        <a:lstStyle/>
        <a:p>
          <a:endParaRPr lang="en-US"/>
        </a:p>
      </dgm:t>
    </dgm:pt>
    <dgm:pt modelId="{22F7F366-2FFA-4010-A5ED-CD407CDB557A}">
      <dgm:prSet/>
      <dgm:spPr/>
      <dgm:t>
        <a:bodyPr/>
        <a:lstStyle/>
        <a:p>
          <a:r>
            <a:rPr lang="en-IN" b="0" i="0"/>
            <a:t>Tadigadapa Mahesh Kumar</a:t>
          </a:r>
        </a:p>
        <a:p>
          <a:r>
            <a:rPr lang="en-IN"/>
            <a:t>(</a:t>
          </a:r>
          <a:r>
            <a:rPr lang="en-IN" b="0" i="0"/>
            <a:t>1602-17-735-027</a:t>
          </a:r>
          <a:r>
            <a:rPr lang="en-IN"/>
            <a:t>)</a:t>
          </a:r>
          <a:endParaRPr lang="en-US"/>
        </a:p>
      </dgm:t>
    </dgm:pt>
    <dgm:pt modelId="{C95AC908-472A-4464-8B68-C18AE683BC09}" type="parTrans" cxnId="{F8E4E999-4FFE-496A-A807-EFFA2939694C}">
      <dgm:prSet/>
      <dgm:spPr/>
      <dgm:t>
        <a:bodyPr/>
        <a:lstStyle/>
        <a:p>
          <a:endParaRPr lang="en-US"/>
        </a:p>
      </dgm:t>
    </dgm:pt>
    <dgm:pt modelId="{6A3D77CC-3B59-49B8-8E30-9758E8F16EDD}" type="sibTrans" cxnId="{F8E4E999-4FFE-496A-A807-EFFA2939694C}">
      <dgm:prSet/>
      <dgm:spPr/>
      <dgm:t>
        <a:bodyPr/>
        <a:lstStyle/>
        <a:p>
          <a:endParaRPr lang="en-US"/>
        </a:p>
      </dgm:t>
    </dgm:pt>
    <dgm:pt modelId="{C7E70372-C24F-4E8B-82BE-07130A042F9C}">
      <dgm:prSet/>
      <dgm:spPr/>
      <dgm:t>
        <a:bodyPr/>
        <a:lstStyle/>
        <a:p>
          <a:r>
            <a:rPr lang="en-IN" b="0" i="0"/>
            <a:t>Gundrati Saketh Kumar Goud </a:t>
          </a:r>
        </a:p>
        <a:p>
          <a:r>
            <a:rPr lang="en-IN" b="0" i="0"/>
            <a:t>(1602-17-735-045)</a:t>
          </a:r>
          <a:endParaRPr lang="en-US"/>
        </a:p>
      </dgm:t>
    </dgm:pt>
    <dgm:pt modelId="{733E2E89-CD35-4E3C-AF9C-57F7701F6410}" type="parTrans" cxnId="{D166880E-11C5-4942-BA4F-AC3E83051A32}">
      <dgm:prSet/>
      <dgm:spPr/>
      <dgm:t>
        <a:bodyPr/>
        <a:lstStyle/>
        <a:p>
          <a:endParaRPr lang="en-IN"/>
        </a:p>
      </dgm:t>
    </dgm:pt>
    <dgm:pt modelId="{64CC489C-01C1-4CCF-A989-6E2EEEFA1FB0}" type="sibTrans" cxnId="{D166880E-11C5-4942-BA4F-AC3E83051A32}">
      <dgm:prSet/>
      <dgm:spPr/>
      <dgm:t>
        <a:bodyPr/>
        <a:lstStyle/>
        <a:p>
          <a:endParaRPr lang="en-IN"/>
        </a:p>
      </dgm:t>
    </dgm:pt>
    <dgm:pt modelId="{AE6EEDE8-3DB2-4691-AE74-7B660D50718A}">
      <dgm:prSet/>
      <dgm:spPr/>
      <dgm:t>
        <a:bodyPr/>
        <a:lstStyle/>
        <a:p>
          <a:r>
            <a:rPr lang="en-IN" b="0" i="0"/>
            <a:t>Kumbargeri Supraja </a:t>
          </a:r>
        </a:p>
        <a:p>
          <a:r>
            <a:rPr lang="en-IN"/>
            <a:t>(</a:t>
          </a:r>
          <a:r>
            <a:rPr lang="en-IN" b="0" i="0"/>
            <a:t>1602-17-735-056</a:t>
          </a:r>
          <a:r>
            <a:rPr lang="en-IN"/>
            <a:t>)</a:t>
          </a:r>
          <a:endParaRPr lang="en-US"/>
        </a:p>
      </dgm:t>
    </dgm:pt>
    <dgm:pt modelId="{918CC136-F287-4442-A24D-F377E148DF53}" type="parTrans" cxnId="{00215E7B-AA5E-4BC8-8E5F-DA8DB6FF6F1F}">
      <dgm:prSet/>
      <dgm:spPr/>
      <dgm:t>
        <a:bodyPr/>
        <a:lstStyle/>
        <a:p>
          <a:endParaRPr lang="en-IN"/>
        </a:p>
      </dgm:t>
    </dgm:pt>
    <dgm:pt modelId="{53D4198F-7958-4BBC-BE24-60A0B0EC5F55}" type="sibTrans" cxnId="{00215E7B-AA5E-4BC8-8E5F-DA8DB6FF6F1F}">
      <dgm:prSet/>
      <dgm:spPr/>
      <dgm:t>
        <a:bodyPr/>
        <a:lstStyle/>
        <a:p>
          <a:endParaRPr lang="en-IN"/>
        </a:p>
      </dgm:t>
    </dgm:pt>
    <dgm:pt modelId="{58A1FB40-2116-4652-922B-5A049E291308}" type="pres">
      <dgm:prSet presAssocID="{0DFA7D52-6642-45B6-95A7-BDCA29E52A23}" presName="root" presStyleCnt="0">
        <dgm:presLayoutVars>
          <dgm:dir/>
          <dgm:resizeHandles val="exact"/>
        </dgm:presLayoutVars>
      </dgm:prSet>
      <dgm:spPr/>
    </dgm:pt>
    <dgm:pt modelId="{D96A39B8-B1A8-416A-9CA5-9DC855E29F4C}" type="pres">
      <dgm:prSet presAssocID="{FE01D75F-F48B-4F78-8CFA-28F344B836AC}" presName="compNode" presStyleCnt="0"/>
      <dgm:spPr/>
    </dgm:pt>
    <dgm:pt modelId="{47C463B8-B7AB-4B00-8E6C-CFFBB9E77375}" type="pres">
      <dgm:prSet presAssocID="{FE01D75F-F48B-4F78-8CFA-28F344B836A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F0D0F91-0D61-4051-8B25-8622D74809E9}" type="pres">
      <dgm:prSet presAssocID="{FE01D75F-F48B-4F78-8CFA-28F344B836AC}" presName="iconSpace" presStyleCnt="0"/>
      <dgm:spPr/>
    </dgm:pt>
    <dgm:pt modelId="{311C3586-CBB1-4E9B-B0B4-70F3F3DE56F9}" type="pres">
      <dgm:prSet presAssocID="{FE01D75F-F48B-4F78-8CFA-28F344B836AC}" presName="parTx" presStyleLbl="revTx" presStyleIdx="0" presStyleCnt="4">
        <dgm:presLayoutVars>
          <dgm:chMax val="0"/>
          <dgm:chPref val="0"/>
        </dgm:presLayoutVars>
      </dgm:prSet>
      <dgm:spPr/>
    </dgm:pt>
    <dgm:pt modelId="{F31B9FE3-94F0-42F2-982D-7B380FFF6A76}" type="pres">
      <dgm:prSet presAssocID="{FE01D75F-F48B-4F78-8CFA-28F344B836AC}" presName="txSpace" presStyleCnt="0"/>
      <dgm:spPr/>
    </dgm:pt>
    <dgm:pt modelId="{C53BEDA2-9D4E-43F8-BED6-E555D767865C}" type="pres">
      <dgm:prSet presAssocID="{FE01D75F-F48B-4F78-8CFA-28F344B836AC}" presName="desTx" presStyleLbl="revTx" presStyleIdx="1" presStyleCnt="4">
        <dgm:presLayoutVars/>
      </dgm:prSet>
      <dgm:spPr/>
    </dgm:pt>
    <dgm:pt modelId="{951757EC-94A1-4BF2-AABE-EDAC68187919}" type="pres">
      <dgm:prSet presAssocID="{7A84A012-D47E-4BDF-AB4C-1FA460F9A6A7}" presName="sibTrans" presStyleCnt="0"/>
      <dgm:spPr/>
    </dgm:pt>
    <dgm:pt modelId="{56E2C875-0026-4CB1-8C3A-5B2E1F1E7165}" type="pres">
      <dgm:prSet presAssocID="{D32B7BEE-F223-49E7-9C5B-E1452415007E}" presName="compNode" presStyleCnt="0"/>
      <dgm:spPr/>
    </dgm:pt>
    <dgm:pt modelId="{EFD9586C-8967-4590-A444-313867EC2C5F}" type="pres">
      <dgm:prSet presAssocID="{D32B7BEE-F223-49E7-9C5B-E1452415007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64B14B7E-185C-429F-85A0-91E2D5E6ACC4}" type="pres">
      <dgm:prSet presAssocID="{D32B7BEE-F223-49E7-9C5B-E1452415007E}" presName="iconSpace" presStyleCnt="0"/>
      <dgm:spPr/>
    </dgm:pt>
    <dgm:pt modelId="{B223241E-6D55-4531-A8D5-EFFF7D0E550C}" type="pres">
      <dgm:prSet presAssocID="{D32B7BEE-F223-49E7-9C5B-E1452415007E}" presName="parTx" presStyleLbl="revTx" presStyleIdx="2" presStyleCnt="4">
        <dgm:presLayoutVars>
          <dgm:chMax val="0"/>
          <dgm:chPref val="0"/>
        </dgm:presLayoutVars>
      </dgm:prSet>
      <dgm:spPr/>
    </dgm:pt>
    <dgm:pt modelId="{A78EB25E-1E8C-44A4-B52B-1A4A60828714}" type="pres">
      <dgm:prSet presAssocID="{D32B7BEE-F223-49E7-9C5B-E1452415007E}" presName="txSpace" presStyleCnt="0"/>
      <dgm:spPr/>
    </dgm:pt>
    <dgm:pt modelId="{93AFA401-A126-42AE-BDCF-ACBDF8A2A820}" type="pres">
      <dgm:prSet presAssocID="{D32B7BEE-F223-49E7-9C5B-E1452415007E}" presName="desTx" presStyleLbl="revTx" presStyleIdx="3" presStyleCnt="4">
        <dgm:presLayoutVars/>
      </dgm:prSet>
      <dgm:spPr/>
    </dgm:pt>
  </dgm:ptLst>
  <dgm:cxnLst>
    <dgm:cxn modelId="{DEC06C08-3352-4109-8BDB-9B8DCF7A2E4D}" srcId="{0DFA7D52-6642-45B6-95A7-BDCA29E52A23}" destId="{D32B7BEE-F223-49E7-9C5B-E1452415007E}" srcOrd="1" destOrd="0" parTransId="{19A45907-5621-4BE0-90D1-7F7DE1E0FAFA}" sibTransId="{41CC09BC-3D87-4CC1-907B-5F123968783E}"/>
    <dgm:cxn modelId="{D166880E-11C5-4942-BA4F-AC3E83051A32}" srcId="{D32B7BEE-F223-49E7-9C5B-E1452415007E}" destId="{C7E70372-C24F-4E8B-82BE-07130A042F9C}" srcOrd="1" destOrd="0" parTransId="{733E2E89-CD35-4E3C-AF9C-57F7701F6410}" sibTransId="{64CC489C-01C1-4CCF-A989-6E2EEEFA1FB0}"/>
    <dgm:cxn modelId="{0CE8EC0F-CB2F-4734-922B-D786AD4438AD}" type="presOf" srcId="{0DFA7D52-6642-45B6-95A7-BDCA29E52A23}" destId="{58A1FB40-2116-4652-922B-5A049E291308}" srcOrd="0" destOrd="0" presId="urn:microsoft.com/office/officeart/2018/5/layout/CenteredIconLabelDescriptionList"/>
    <dgm:cxn modelId="{C6445F18-F2A7-4CB2-8C1A-9ACAA3BD43EE}" type="presOf" srcId="{22F7F366-2FFA-4010-A5ED-CD407CDB557A}" destId="{93AFA401-A126-42AE-BDCF-ACBDF8A2A820}" srcOrd="0" destOrd="0" presId="urn:microsoft.com/office/officeart/2018/5/layout/CenteredIconLabelDescriptionList"/>
    <dgm:cxn modelId="{CE887427-6FF9-4DD2-A8E8-AECC20EB94EB}" type="presOf" srcId="{FE01D75F-F48B-4F78-8CFA-28F344B836AC}" destId="{311C3586-CBB1-4E9B-B0B4-70F3F3DE56F9}" srcOrd="0" destOrd="0" presId="urn:microsoft.com/office/officeart/2018/5/layout/CenteredIconLabelDescriptionList"/>
    <dgm:cxn modelId="{941AFA57-7C45-42D5-848C-FD55E28DB079}" type="presOf" srcId="{D32B7BEE-F223-49E7-9C5B-E1452415007E}" destId="{B223241E-6D55-4531-A8D5-EFFF7D0E550C}" srcOrd="0" destOrd="0" presId="urn:microsoft.com/office/officeart/2018/5/layout/CenteredIconLabelDescriptionList"/>
    <dgm:cxn modelId="{00215E7B-AA5E-4BC8-8E5F-DA8DB6FF6F1F}" srcId="{D32B7BEE-F223-49E7-9C5B-E1452415007E}" destId="{AE6EEDE8-3DB2-4691-AE74-7B660D50718A}" srcOrd="2" destOrd="0" parTransId="{918CC136-F287-4442-A24D-F377E148DF53}" sibTransId="{53D4198F-7958-4BBC-BE24-60A0B0EC5F55}"/>
    <dgm:cxn modelId="{BC131E7F-AC04-4649-A26A-566BF0854C82}" type="presOf" srcId="{4AABB96B-1211-466F-B7AB-CD715C642C78}" destId="{C53BEDA2-9D4E-43F8-BED6-E555D767865C}" srcOrd="0" destOrd="0" presId="urn:microsoft.com/office/officeart/2018/5/layout/CenteredIconLabelDescriptionList"/>
    <dgm:cxn modelId="{CACF998A-6694-4EA6-AAAA-EC0C1D1BD8D4}" srcId="{FE01D75F-F48B-4F78-8CFA-28F344B836AC}" destId="{4AABB96B-1211-466F-B7AB-CD715C642C78}" srcOrd="0" destOrd="0" parTransId="{285E6BEF-E2B3-4140-8FD8-ABBBECCE48CA}" sibTransId="{93DC7876-4FB5-496C-A8A7-B09FB4BEE0A3}"/>
    <dgm:cxn modelId="{EB181B8B-C1F5-454C-9505-6FE3B188EAEF}" srcId="{0DFA7D52-6642-45B6-95A7-BDCA29E52A23}" destId="{FE01D75F-F48B-4F78-8CFA-28F344B836AC}" srcOrd="0" destOrd="0" parTransId="{E4F63966-93C0-41B6-8081-72F57E40CEB1}" sibTransId="{7A84A012-D47E-4BDF-AB4C-1FA460F9A6A7}"/>
    <dgm:cxn modelId="{F8E4E999-4FFE-496A-A807-EFFA2939694C}" srcId="{D32B7BEE-F223-49E7-9C5B-E1452415007E}" destId="{22F7F366-2FFA-4010-A5ED-CD407CDB557A}" srcOrd="0" destOrd="0" parTransId="{C95AC908-472A-4464-8B68-C18AE683BC09}" sibTransId="{6A3D77CC-3B59-49B8-8E30-9758E8F16EDD}"/>
    <dgm:cxn modelId="{4820ABF2-6593-454E-AFBD-540777D42F95}" type="presOf" srcId="{AE6EEDE8-3DB2-4691-AE74-7B660D50718A}" destId="{93AFA401-A126-42AE-BDCF-ACBDF8A2A820}" srcOrd="0" destOrd="2" presId="urn:microsoft.com/office/officeart/2018/5/layout/CenteredIconLabelDescriptionList"/>
    <dgm:cxn modelId="{80E586F9-7314-45C6-A19A-2F7034126FAB}" type="presOf" srcId="{C7E70372-C24F-4E8B-82BE-07130A042F9C}" destId="{93AFA401-A126-42AE-BDCF-ACBDF8A2A820}" srcOrd="0" destOrd="1" presId="urn:microsoft.com/office/officeart/2018/5/layout/CenteredIconLabelDescriptionList"/>
    <dgm:cxn modelId="{991171F4-A2C0-482B-871C-BE26F21A65BD}" type="presParOf" srcId="{58A1FB40-2116-4652-922B-5A049E291308}" destId="{D96A39B8-B1A8-416A-9CA5-9DC855E29F4C}" srcOrd="0" destOrd="0" presId="urn:microsoft.com/office/officeart/2018/5/layout/CenteredIconLabelDescriptionList"/>
    <dgm:cxn modelId="{29BAD1D9-B997-47FC-9920-691993947A6C}" type="presParOf" srcId="{D96A39B8-B1A8-416A-9CA5-9DC855E29F4C}" destId="{47C463B8-B7AB-4B00-8E6C-CFFBB9E77375}" srcOrd="0" destOrd="0" presId="urn:microsoft.com/office/officeart/2018/5/layout/CenteredIconLabelDescriptionList"/>
    <dgm:cxn modelId="{F6292318-9FBE-4E6B-9612-C4E96A13A88F}" type="presParOf" srcId="{D96A39B8-B1A8-416A-9CA5-9DC855E29F4C}" destId="{EF0D0F91-0D61-4051-8B25-8622D74809E9}" srcOrd="1" destOrd="0" presId="urn:microsoft.com/office/officeart/2018/5/layout/CenteredIconLabelDescriptionList"/>
    <dgm:cxn modelId="{0CEBF669-28AB-47B3-8FD0-C2FE1E300179}" type="presParOf" srcId="{D96A39B8-B1A8-416A-9CA5-9DC855E29F4C}" destId="{311C3586-CBB1-4E9B-B0B4-70F3F3DE56F9}" srcOrd="2" destOrd="0" presId="urn:microsoft.com/office/officeart/2018/5/layout/CenteredIconLabelDescriptionList"/>
    <dgm:cxn modelId="{99DA0A41-581C-46ED-8913-97D0CE7E16E6}" type="presParOf" srcId="{D96A39B8-B1A8-416A-9CA5-9DC855E29F4C}" destId="{F31B9FE3-94F0-42F2-982D-7B380FFF6A76}" srcOrd="3" destOrd="0" presId="urn:microsoft.com/office/officeart/2018/5/layout/CenteredIconLabelDescriptionList"/>
    <dgm:cxn modelId="{2FBB810E-2D09-43D3-93E2-06CF860917F0}" type="presParOf" srcId="{D96A39B8-B1A8-416A-9CA5-9DC855E29F4C}" destId="{C53BEDA2-9D4E-43F8-BED6-E555D767865C}" srcOrd="4" destOrd="0" presId="urn:microsoft.com/office/officeart/2018/5/layout/CenteredIconLabelDescriptionList"/>
    <dgm:cxn modelId="{22BA2CA7-2758-40F4-931D-A4BDBE92126D}" type="presParOf" srcId="{58A1FB40-2116-4652-922B-5A049E291308}" destId="{951757EC-94A1-4BF2-AABE-EDAC68187919}" srcOrd="1" destOrd="0" presId="urn:microsoft.com/office/officeart/2018/5/layout/CenteredIconLabelDescriptionList"/>
    <dgm:cxn modelId="{AA25D972-9A7C-40B8-814F-176DE0DC6527}" type="presParOf" srcId="{58A1FB40-2116-4652-922B-5A049E291308}" destId="{56E2C875-0026-4CB1-8C3A-5B2E1F1E7165}" srcOrd="2" destOrd="0" presId="urn:microsoft.com/office/officeart/2018/5/layout/CenteredIconLabelDescriptionList"/>
    <dgm:cxn modelId="{D6D3907D-E524-4C88-8611-5DDAF90382FC}" type="presParOf" srcId="{56E2C875-0026-4CB1-8C3A-5B2E1F1E7165}" destId="{EFD9586C-8967-4590-A444-313867EC2C5F}" srcOrd="0" destOrd="0" presId="urn:microsoft.com/office/officeart/2018/5/layout/CenteredIconLabelDescriptionList"/>
    <dgm:cxn modelId="{D8F7D13D-258D-4975-8603-204CA0EF0E2C}" type="presParOf" srcId="{56E2C875-0026-4CB1-8C3A-5B2E1F1E7165}" destId="{64B14B7E-185C-429F-85A0-91E2D5E6ACC4}" srcOrd="1" destOrd="0" presId="urn:microsoft.com/office/officeart/2018/5/layout/CenteredIconLabelDescriptionList"/>
    <dgm:cxn modelId="{03C82D41-EF20-4B6B-BCC7-25C5EB03C04C}" type="presParOf" srcId="{56E2C875-0026-4CB1-8C3A-5B2E1F1E7165}" destId="{B223241E-6D55-4531-A8D5-EFFF7D0E550C}" srcOrd="2" destOrd="0" presId="urn:microsoft.com/office/officeart/2018/5/layout/CenteredIconLabelDescriptionList"/>
    <dgm:cxn modelId="{FD7931B1-0855-459F-8EF7-EC637DE98583}" type="presParOf" srcId="{56E2C875-0026-4CB1-8C3A-5B2E1F1E7165}" destId="{A78EB25E-1E8C-44A4-B52B-1A4A60828714}" srcOrd="3" destOrd="0" presId="urn:microsoft.com/office/officeart/2018/5/layout/CenteredIconLabelDescriptionList"/>
    <dgm:cxn modelId="{3D92F1D1-E79A-4F63-8278-577F276EB48D}" type="presParOf" srcId="{56E2C875-0026-4CB1-8C3A-5B2E1F1E7165}" destId="{93AFA401-A126-42AE-BDCF-ACBDF8A2A82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E7F115-02C8-439A-B89A-BA9281511125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3185078-BBC8-43E2-801E-D15B95CC9682}">
      <dgm:prSet/>
      <dgm:spPr/>
      <dgm:t>
        <a:bodyPr/>
        <a:lstStyle/>
        <a:p>
          <a:r>
            <a:rPr lang="en-US"/>
            <a:t>Aim</a:t>
          </a:r>
        </a:p>
      </dgm:t>
    </dgm:pt>
    <dgm:pt modelId="{44DB62D7-18BC-4C14-83B7-61C62BA5B95E}" type="parTrans" cxnId="{9863E1A0-8984-4606-A8F5-D79FA405D194}">
      <dgm:prSet/>
      <dgm:spPr/>
      <dgm:t>
        <a:bodyPr/>
        <a:lstStyle/>
        <a:p>
          <a:endParaRPr lang="en-US"/>
        </a:p>
      </dgm:t>
    </dgm:pt>
    <dgm:pt modelId="{ED644113-C717-4C1C-BF3D-1820465C5880}" type="sibTrans" cxnId="{9863E1A0-8984-4606-A8F5-D79FA405D194}">
      <dgm:prSet/>
      <dgm:spPr/>
      <dgm:t>
        <a:bodyPr/>
        <a:lstStyle/>
        <a:p>
          <a:endParaRPr lang="en-US"/>
        </a:p>
      </dgm:t>
    </dgm:pt>
    <dgm:pt modelId="{11442773-2115-4ED7-80CD-B00F15FF4796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A69F2175-303E-4049-940A-05DCC94D8F3D}" type="parTrans" cxnId="{F8453C0B-3B48-46F7-9B92-6D78BE5950BC}">
      <dgm:prSet/>
      <dgm:spPr/>
      <dgm:t>
        <a:bodyPr/>
        <a:lstStyle/>
        <a:p>
          <a:endParaRPr lang="en-US"/>
        </a:p>
      </dgm:t>
    </dgm:pt>
    <dgm:pt modelId="{C13293D0-A861-48F8-8DA7-6CAB482B085F}" type="sibTrans" cxnId="{F8453C0B-3B48-46F7-9B92-6D78BE5950BC}">
      <dgm:prSet/>
      <dgm:spPr/>
      <dgm:t>
        <a:bodyPr/>
        <a:lstStyle/>
        <a:p>
          <a:endParaRPr lang="en-US"/>
        </a:p>
      </dgm:t>
    </dgm:pt>
    <dgm:pt modelId="{C15F5B73-CAF6-4600-981D-12FBD2F98523}">
      <dgm:prSet/>
      <dgm:spPr/>
      <dgm:t>
        <a:bodyPr/>
        <a:lstStyle/>
        <a:p>
          <a:r>
            <a:rPr lang="en-US"/>
            <a:t>How does a machine read an image</a:t>
          </a:r>
        </a:p>
      </dgm:t>
    </dgm:pt>
    <dgm:pt modelId="{1BC85C88-D8DB-4F63-AE6D-8776737145FF}" type="parTrans" cxnId="{2C2D036A-A62C-4DBE-8D26-25BE547F1D6B}">
      <dgm:prSet/>
      <dgm:spPr/>
      <dgm:t>
        <a:bodyPr/>
        <a:lstStyle/>
        <a:p>
          <a:endParaRPr lang="en-US"/>
        </a:p>
      </dgm:t>
    </dgm:pt>
    <dgm:pt modelId="{C7889E4D-1A63-476A-B749-8D05CC794696}" type="sibTrans" cxnId="{2C2D036A-A62C-4DBE-8D26-25BE547F1D6B}">
      <dgm:prSet/>
      <dgm:spPr/>
      <dgm:t>
        <a:bodyPr/>
        <a:lstStyle/>
        <a:p>
          <a:endParaRPr lang="en-US"/>
        </a:p>
      </dgm:t>
    </dgm:pt>
    <dgm:pt modelId="{31B29DE8-7260-4A17-BF2E-6EE9F37F4756}">
      <dgm:prSet/>
      <dgm:spPr/>
      <dgm:t>
        <a:bodyPr/>
        <a:lstStyle/>
        <a:p>
          <a:r>
            <a:rPr lang="en-US"/>
            <a:t>Types of machine learning algorithms</a:t>
          </a:r>
        </a:p>
      </dgm:t>
    </dgm:pt>
    <dgm:pt modelId="{BD60B04E-B38E-4AD6-A055-8483694D2C89}" type="parTrans" cxnId="{5FFF691C-879F-4EF2-AF0C-8C4E520C4F36}">
      <dgm:prSet/>
      <dgm:spPr/>
      <dgm:t>
        <a:bodyPr/>
        <a:lstStyle/>
        <a:p>
          <a:endParaRPr lang="en-US"/>
        </a:p>
      </dgm:t>
    </dgm:pt>
    <dgm:pt modelId="{31DD2E52-2692-4F22-90E6-AF231ABDE5D3}" type="sibTrans" cxnId="{5FFF691C-879F-4EF2-AF0C-8C4E520C4F36}">
      <dgm:prSet/>
      <dgm:spPr/>
      <dgm:t>
        <a:bodyPr/>
        <a:lstStyle/>
        <a:p>
          <a:endParaRPr lang="en-US"/>
        </a:p>
      </dgm:t>
    </dgm:pt>
    <dgm:pt modelId="{D86B1184-B01D-4765-9ACC-85271C37321A}">
      <dgm:prSet/>
      <dgm:spPr/>
      <dgm:t>
        <a:bodyPr/>
        <a:lstStyle/>
        <a:p>
          <a:r>
            <a:rPr lang="en-US"/>
            <a:t>Decision Tree</a:t>
          </a:r>
        </a:p>
      </dgm:t>
    </dgm:pt>
    <dgm:pt modelId="{DEBEE008-9066-4EFC-8F7E-2EB9B31AA03F}" type="parTrans" cxnId="{D3E7EA4C-B16E-4BBB-AE4D-8CC0C09104B0}">
      <dgm:prSet/>
      <dgm:spPr/>
      <dgm:t>
        <a:bodyPr/>
        <a:lstStyle/>
        <a:p>
          <a:endParaRPr lang="en-US"/>
        </a:p>
      </dgm:t>
    </dgm:pt>
    <dgm:pt modelId="{4AFE2DB6-FD18-4080-8A49-A5817B7E6541}" type="sibTrans" cxnId="{D3E7EA4C-B16E-4BBB-AE4D-8CC0C09104B0}">
      <dgm:prSet/>
      <dgm:spPr/>
      <dgm:t>
        <a:bodyPr/>
        <a:lstStyle/>
        <a:p>
          <a:endParaRPr lang="en-US"/>
        </a:p>
      </dgm:t>
    </dgm:pt>
    <dgm:pt modelId="{EBF1A26A-F668-4C46-8255-8946AF170AAB}">
      <dgm:prSet/>
      <dgm:spPr/>
      <dgm:t>
        <a:bodyPr/>
        <a:lstStyle/>
        <a:p>
          <a:r>
            <a:rPr lang="en-US"/>
            <a:t>Support vector Machine (SVM)</a:t>
          </a:r>
        </a:p>
      </dgm:t>
    </dgm:pt>
    <dgm:pt modelId="{45E371D9-41DE-47F1-9D45-E448E607CCFD}" type="parTrans" cxnId="{87E96A4A-053A-4EC9-9521-7FF702004844}">
      <dgm:prSet/>
      <dgm:spPr/>
      <dgm:t>
        <a:bodyPr/>
        <a:lstStyle/>
        <a:p>
          <a:endParaRPr lang="en-US"/>
        </a:p>
      </dgm:t>
    </dgm:pt>
    <dgm:pt modelId="{695C6D45-198A-4A7D-9812-5992D0309626}" type="sibTrans" cxnId="{87E96A4A-053A-4EC9-9521-7FF702004844}">
      <dgm:prSet/>
      <dgm:spPr/>
      <dgm:t>
        <a:bodyPr/>
        <a:lstStyle/>
        <a:p>
          <a:endParaRPr lang="en-US"/>
        </a:p>
      </dgm:t>
    </dgm:pt>
    <dgm:pt modelId="{7538E257-6F18-4E04-BB70-6FFD95B89E84}">
      <dgm:prSet/>
      <dgm:spPr/>
      <dgm:t>
        <a:bodyPr/>
        <a:lstStyle/>
        <a:p>
          <a:r>
            <a:rPr lang="en-US"/>
            <a:t>Convolutional Neural Network (CNN)</a:t>
          </a:r>
        </a:p>
      </dgm:t>
    </dgm:pt>
    <dgm:pt modelId="{29759F59-BB45-40B8-B706-5E22EFE4EF2A}" type="parTrans" cxnId="{1D42D261-2DB7-43AC-8B32-7756D2447261}">
      <dgm:prSet/>
      <dgm:spPr/>
      <dgm:t>
        <a:bodyPr/>
        <a:lstStyle/>
        <a:p>
          <a:endParaRPr lang="en-US"/>
        </a:p>
      </dgm:t>
    </dgm:pt>
    <dgm:pt modelId="{A7CEAD80-958F-47D8-9625-BB24FBF89C2A}" type="sibTrans" cxnId="{1D42D261-2DB7-43AC-8B32-7756D2447261}">
      <dgm:prSet/>
      <dgm:spPr/>
      <dgm:t>
        <a:bodyPr/>
        <a:lstStyle/>
        <a:p>
          <a:endParaRPr lang="en-US"/>
        </a:p>
      </dgm:t>
    </dgm:pt>
    <dgm:pt modelId="{55866A57-FFD5-4956-9FFB-9782C0872A12}">
      <dgm:prSet/>
      <dgm:spPr/>
      <dgm:t>
        <a:bodyPr/>
        <a:lstStyle/>
        <a:p>
          <a:r>
            <a:rPr lang="en-US"/>
            <a:t>Implementation</a:t>
          </a:r>
        </a:p>
      </dgm:t>
    </dgm:pt>
    <dgm:pt modelId="{87F9115E-4C05-4A4C-9573-D4D8F384AF1C}" type="parTrans" cxnId="{25AC5892-DDEF-4B49-B773-2C1574A32171}">
      <dgm:prSet/>
      <dgm:spPr/>
      <dgm:t>
        <a:bodyPr/>
        <a:lstStyle/>
        <a:p>
          <a:endParaRPr lang="en-US"/>
        </a:p>
      </dgm:t>
    </dgm:pt>
    <dgm:pt modelId="{6471695D-6941-45C3-903A-AD61CD51CB5C}" type="sibTrans" cxnId="{25AC5892-DDEF-4B49-B773-2C1574A32171}">
      <dgm:prSet/>
      <dgm:spPr/>
      <dgm:t>
        <a:bodyPr/>
        <a:lstStyle/>
        <a:p>
          <a:endParaRPr lang="en-US"/>
        </a:p>
      </dgm:t>
    </dgm:pt>
    <dgm:pt modelId="{2867A852-DD76-4EEB-8D5D-2FB5B27AE38F}">
      <dgm:prSet/>
      <dgm:spPr/>
      <dgm:t>
        <a:bodyPr/>
        <a:lstStyle/>
        <a:p>
          <a:r>
            <a:rPr lang="en-IN"/>
            <a:t>References</a:t>
          </a:r>
          <a:endParaRPr lang="en-US"/>
        </a:p>
      </dgm:t>
    </dgm:pt>
    <dgm:pt modelId="{0F59AA43-5FC9-4306-80E4-E5DED8F436AC}" type="parTrans" cxnId="{58E0E55D-B96B-43BC-8CC4-168547ECAFE6}">
      <dgm:prSet/>
      <dgm:spPr/>
      <dgm:t>
        <a:bodyPr/>
        <a:lstStyle/>
        <a:p>
          <a:endParaRPr lang="en-US"/>
        </a:p>
      </dgm:t>
    </dgm:pt>
    <dgm:pt modelId="{D4D74E5E-7C24-4DF7-9A32-46F865259920}" type="sibTrans" cxnId="{58E0E55D-B96B-43BC-8CC4-168547ECAFE6}">
      <dgm:prSet/>
      <dgm:spPr/>
      <dgm:t>
        <a:bodyPr/>
        <a:lstStyle/>
        <a:p>
          <a:endParaRPr lang="en-US"/>
        </a:p>
      </dgm:t>
    </dgm:pt>
    <dgm:pt modelId="{5044A1DA-650E-4054-8750-E21608718E0A}">
      <dgm:prSet phldr="0"/>
      <dgm:spPr/>
      <dgm:t>
        <a:bodyPr/>
        <a:lstStyle/>
        <a:p>
          <a:pPr rtl="0"/>
          <a:r>
            <a:rPr lang="en-US">
              <a:latin typeface="Neue Haas Grotesk Text Pro"/>
            </a:rPr>
            <a:t>How to assess a ML model</a:t>
          </a:r>
        </a:p>
      </dgm:t>
    </dgm:pt>
    <dgm:pt modelId="{8D84D892-A0D2-4D68-9C3D-8269F8743E5B}" type="parTrans" cxnId="{7D9E9C98-22E9-4843-B2DB-06346AC87D8F}">
      <dgm:prSet/>
      <dgm:spPr/>
    </dgm:pt>
    <dgm:pt modelId="{CBB36287-6A7C-41D9-83CA-C3A0C4BB28A2}" type="sibTrans" cxnId="{7D9E9C98-22E9-4843-B2DB-06346AC87D8F}">
      <dgm:prSet/>
      <dgm:spPr/>
    </dgm:pt>
    <dgm:pt modelId="{A7CCA220-D303-40AB-BEFD-6B1540C2B540}">
      <dgm:prSet phldr="0"/>
      <dgm:spPr/>
      <dgm:t>
        <a:bodyPr/>
        <a:lstStyle/>
        <a:p>
          <a:r>
            <a:rPr lang="en-US">
              <a:latin typeface="Neue Haas Grotesk Text Pro"/>
            </a:rPr>
            <a:t>Results</a:t>
          </a:r>
        </a:p>
      </dgm:t>
    </dgm:pt>
    <dgm:pt modelId="{A9E84FA6-8E10-4AA7-B3DB-447C3969AD84}" type="parTrans" cxnId="{C1D72078-FDCF-41D2-911E-ECE1ED5FFA4A}">
      <dgm:prSet/>
      <dgm:spPr/>
    </dgm:pt>
    <dgm:pt modelId="{11F635B9-FEB2-43C8-91B6-CE09EFBDC20D}" type="sibTrans" cxnId="{C1D72078-FDCF-41D2-911E-ECE1ED5FFA4A}">
      <dgm:prSet/>
      <dgm:spPr/>
    </dgm:pt>
    <dgm:pt modelId="{5D3DA9D1-5F2A-47D2-BDCB-794733A4BAD0}" type="pres">
      <dgm:prSet presAssocID="{BFE7F115-02C8-439A-B89A-BA9281511125}" presName="linear" presStyleCnt="0">
        <dgm:presLayoutVars>
          <dgm:dir/>
          <dgm:animLvl val="lvl"/>
          <dgm:resizeHandles val="exact"/>
        </dgm:presLayoutVars>
      </dgm:prSet>
      <dgm:spPr/>
    </dgm:pt>
    <dgm:pt modelId="{75C9C6C4-7551-4320-9EFC-009C752981BD}" type="pres">
      <dgm:prSet presAssocID="{53185078-BBC8-43E2-801E-D15B95CC9682}" presName="parentLin" presStyleCnt="0"/>
      <dgm:spPr/>
    </dgm:pt>
    <dgm:pt modelId="{41554736-0B5B-4481-A5FC-574A2C1403DC}" type="pres">
      <dgm:prSet presAssocID="{53185078-BBC8-43E2-801E-D15B95CC9682}" presName="parentLeftMargin" presStyleLbl="node1" presStyleIdx="0" presStyleCnt="7"/>
      <dgm:spPr/>
    </dgm:pt>
    <dgm:pt modelId="{123B98A9-5D87-4BC0-BB11-BE76325E39EB}" type="pres">
      <dgm:prSet presAssocID="{53185078-BBC8-43E2-801E-D15B95CC968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2D1F665D-5A93-49F1-9201-191D0488E268}" type="pres">
      <dgm:prSet presAssocID="{53185078-BBC8-43E2-801E-D15B95CC9682}" presName="negativeSpace" presStyleCnt="0"/>
      <dgm:spPr/>
    </dgm:pt>
    <dgm:pt modelId="{F91A011D-7A9C-4C62-BFD6-DBCFD5170BB5}" type="pres">
      <dgm:prSet presAssocID="{53185078-BBC8-43E2-801E-D15B95CC9682}" presName="childText" presStyleLbl="conFgAcc1" presStyleIdx="0" presStyleCnt="7">
        <dgm:presLayoutVars>
          <dgm:bulletEnabled val="1"/>
        </dgm:presLayoutVars>
      </dgm:prSet>
      <dgm:spPr/>
    </dgm:pt>
    <dgm:pt modelId="{E66A2364-4E88-4DD0-969A-6D4F9B7D28E8}" type="pres">
      <dgm:prSet presAssocID="{ED644113-C717-4C1C-BF3D-1820465C5880}" presName="spaceBetweenRectangles" presStyleCnt="0"/>
      <dgm:spPr/>
    </dgm:pt>
    <dgm:pt modelId="{C82748F4-8B19-4DD8-B21B-E9E2AC8C6079}" type="pres">
      <dgm:prSet presAssocID="{11442773-2115-4ED7-80CD-B00F15FF4796}" presName="parentLin" presStyleCnt="0"/>
      <dgm:spPr/>
    </dgm:pt>
    <dgm:pt modelId="{E01EAEB9-A4B1-4E7D-B8BA-E6E9BE7FAFB6}" type="pres">
      <dgm:prSet presAssocID="{11442773-2115-4ED7-80CD-B00F15FF4796}" presName="parentLeftMargin" presStyleLbl="node1" presStyleIdx="0" presStyleCnt="7"/>
      <dgm:spPr/>
    </dgm:pt>
    <dgm:pt modelId="{B8882F70-97D4-4E27-99C3-413852A8145F}" type="pres">
      <dgm:prSet presAssocID="{11442773-2115-4ED7-80CD-B00F15FF4796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04A085C-4F23-4391-B5A1-CD42EDFA2F18}" type="pres">
      <dgm:prSet presAssocID="{11442773-2115-4ED7-80CD-B00F15FF4796}" presName="negativeSpace" presStyleCnt="0"/>
      <dgm:spPr/>
    </dgm:pt>
    <dgm:pt modelId="{0577E210-5955-487F-A28F-D3BD09ED0985}" type="pres">
      <dgm:prSet presAssocID="{11442773-2115-4ED7-80CD-B00F15FF4796}" presName="childText" presStyleLbl="conFgAcc1" presStyleIdx="1" presStyleCnt="7">
        <dgm:presLayoutVars>
          <dgm:bulletEnabled val="1"/>
        </dgm:presLayoutVars>
      </dgm:prSet>
      <dgm:spPr/>
    </dgm:pt>
    <dgm:pt modelId="{9FF9A6F7-B49F-455E-8AF5-5577F9F2868B}" type="pres">
      <dgm:prSet presAssocID="{C13293D0-A861-48F8-8DA7-6CAB482B085F}" presName="spaceBetweenRectangles" presStyleCnt="0"/>
      <dgm:spPr/>
    </dgm:pt>
    <dgm:pt modelId="{CDC85E51-48DD-4AE0-AF6D-DE701AD1E1B2}" type="pres">
      <dgm:prSet presAssocID="{31B29DE8-7260-4A17-BF2E-6EE9F37F4756}" presName="parentLin" presStyleCnt="0"/>
      <dgm:spPr/>
    </dgm:pt>
    <dgm:pt modelId="{5198EE98-1000-40DA-991F-0EC194944121}" type="pres">
      <dgm:prSet presAssocID="{31B29DE8-7260-4A17-BF2E-6EE9F37F4756}" presName="parentLeftMargin" presStyleLbl="node1" presStyleIdx="1" presStyleCnt="7"/>
      <dgm:spPr/>
    </dgm:pt>
    <dgm:pt modelId="{203414C4-E077-43D6-A6CB-A8E7489C4F73}" type="pres">
      <dgm:prSet presAssocID="{31B29DE8-7260-4A17-BF2E-6EE9F37F475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0BE331F5-1687-478F-BCE8-4067BE5B240C}" type="pres">
      <dgm:prSet presAssocID="{31B29DE8-7260-4A17-BF2E-6EE9F37F4756}" presName="negativeSpace" presStyleCnt="0"/>
      <dgm:spPr/>
    </dgm:pt>
    <dgm:pt modelId="{5801DD64-1D97-4659-AC7E-36615F3101A7}" type="pres">
      <dgm:prSet presAssocID="{31B29DE8-7260-4A17-BF2E-6EE9F37F4756}" presName="childText" presStyleLbl="conFgAcc1" presStyleIdx="2" presStyleCnt="7">
        <dgm:presLayoutVars>
          <dgm:bulletEnabled val="1"/>
        </dgm:presLayoutVars>
      </dgm:prSet>
      <dgm:spPr/>
    </dgm:pt>
    <dgm:pt modelId="{59579A30-EAB1-4004-8C7E-5C50A4D229BB}" type="pres">
      <dgm:prSet presAssocID="{31DD2E52-2692-4F22-90E6-AF231ABDE5D3}" presName="spaceBetweenRectangles" presStyleCnt="0"/>
      <dgm:spPr/>
    </dgm:pt>
    <dgm:pt modelId="{B34BE515-EAB5-4BC4-8709-861C2CEE9377}" type="pres">
      <dgm:prSet presAssocID="{55866A57-FFD5-4956-9FFB-9782C0872A12}" presName="parentLin" presStyleCnt="0"/>
      <dgm:spPr/>
    </dgm:pt>
    <dgm:pt modelId="{EFA8CB84-0006-451E-B05C-9A04B77D665E}" type="pres">
      <dgm:prSet presAssocID="{55866A57-FFD5-4956-9FFB-9782C0872A12}" presName="parentLeftMargin" presStyleLbl="node1" presStyleIdx="2" presStyleCnt="7"/>
      <dgm:spPr/>
    </dgm:pt>
    <dgm:pt modelId="{CD56D197-4F1E-4939-83D6-91A818425F9E}" type="pres">
      <dgm:prSet presAssocID="{55866A57-FFD5-4956-9FFB-9782C0872A1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7A3F12B-5E4B-4AE4-8E11-E85640A24B70}" type="pres">
      <dgm:prSet presAssocID="{55866A57-FFD5-4956-9FFB-9782C0872A12}" presName="negativeSpace" presStyleCnt="0"/>
      <dgm:spPr/>
    </dgm:pt>
    <dgm:pt modelId="{95FF8696-7924-4094-BFB0-33908B561E9C}" type="pres">
      <dgm:prSet presAssocID="{55866A57-FFD5-4956-9FFB-9782C0872A12}" presName="childText" presStyleLbl="conFgAcc1" presStyleIdx="3" presStyleCnt="7">
        <dgm:presLayoutVars>
          <dgm:bulletEnabled val="1"/>
        </dgm:presLayoutVars>
      </dgm:prSet>
      <dgm:spPr/>
    </dgm:pt>
    <dgm:pt modelId="{F4AFABC5-1057-47DB-A1E2-42EF939A58B7}" type="pres">
      <dgm:prSet presAssocID="{6471695D-6941-45C3-903A-AD61CD51CB5C}" presName="spaceBetweenRectangles" presStyleCnt="0"/>
      <dgm:spPr/>
    </dgm:pt>
    <dgm:pt modelId="{89CCB80C-30C2-4CD5-ABDC-864D28480D09}" type="pres">
      <dgm:prSet presAssocID="{5044A1DA-650E-4054-8750-E21608718E0A}" presName="parentLin" presStyleCnt="0"/>
      <dgm:spPr/>
    </dgm:pt>
    <dgm:pt modelId="{FA5EED0D-9FAC-4104-92FE-CD83CA18EE54}" type="pres">
      <dgm:prSet presAssocID="{5044A1DA-650E-4054-8750-E21608718E0A}" presName="parentLeftMargin" presStyleLbl="node1" presStyleIdx="3" presStyleCnt="7"/>
      <dgm:spPr/>
    </dgm:pt>
    <dgm:pt modelId="{1FD0E454-B305-4B3B-A9CD-85BC8216B5B3}" type="pres">
      <dgm:prSet presAssocID="{5044A1DA-650E-4054-8750-E21608718E0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7DE708D-FD18-4D9C-838C-CE84F776EBB9}" type="pres">
      <dgm:prSet presAssocID="{5044A1DA-650E-4054-8750-E21608718E0A}" presName="negativeSpace" presStyleCnt="0"/>
      <dgm:spPr/>
    </dgm:pt>
    <dgm:pt modelId="{E1DC47A3-64D3-4514-8FDE-80B9995C7EE2}" type="pres">
      <dgm:prSet presAssocID="{5044A1DA-650E-4054-8750-E21608718E0A}" presName="childText" presStyleLbl="conFgAcc1" presStyleIdx="4" presStyleCnt="7">
        <dgm:presLayoutVars>
          <dgm:bulletEnabled val="1"/>
        </dgm:presLayoutVars>
      </dgm:prSet>
      <dgm:spPr/>
    </dgm:pt>
    <dgm:pt modelId="{A80D9396-CB12-4D4F-9F2B-4D4E8A838BF9}" type="pres">
      <dgm:prSet presAssocID="{CBB36287-6A7C-41D9-83CA-C3A0C4BB28A2}" presName="spaceBetweenRectangles" presStyleCnt="0"/>
      <dgm:spPr/>
    </dgm:pt>
    <dgm:pt modelId="{2C2C862C-5113-48E8-ABF4-FEB6B561892B}" type="pres">
      <dgm:prSet presAssocID="{A7CCA220-D303-40AB-BEFD-6B1540C2B540}" presName="parentLin" presStyleCnt="0"/>
      <dgm:spPr/>
    </dgm:pt>
    <dgm:pt modelId="{A8B94431-5690-496D-AF60-E7B289617BD6}" type="pres">
      <dgm:prSet presAssocID="{A7CCA220-D303-40AB-BEFD-6B1540C2B540}" presName="parentLeftMargin" presStyleLbl="node1" presStyleIdx="4" presStyleCnt="7"/>
      <dgm:spPr/>
    </dgm:pt>
    <dgm:pt modelId="{7D18509F-CB96-4A1C-91DC-3C489503F81A}" type="pres">
      <dgm:prSet presAssocID="{A7CCA220-D303-40AB-BEFD-6B1540C2B54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62C56D5D-37EF-48A7-B337-916C9CC12C56}" type="pres">
      <dgm:prSet presAssocID="{A7CCA220-D303-40AB-BEFD-6B1540C2B540}" presName="negativeSpace" presStyleCnt="0"/>
      <dgm:spPr/>
    </dgm:pt>
    <dgm:pt modelId="{CA664C55-D963-4416-8281-DB4C6A395BC9}" type="pres">
      <dgm:prSet presAssocID="{A7CCA220-D303-40AB-BEFD-6B1540C2B540}" presName="childText" presStyleLbl="conFgAcc1" presStyleIdx="5" presStyleCnt="7">
        <dgm:presLayoutVars>
          <dgm:bulletEnabled val="1"/>
        </dgm:presLayoutVars>
      </dgm:prSet>
      <dgm:spPr/>
    </dgm:pt>
    <dgm:pt modelId="{E688FF22-765A-4929-B6F1-2FC5BD2EB4E1}" type="pres">
      <dgm:prSet presAssocID="{11F635B9-FEB2-43C8-91B6-CE09EFBDC20D}" presName="spaceBetweenRectangles" presStyleCnt="0"/>
      <dgm:spPr/>
    </dgm:pt>
    <dgm:pt modelId="{A58C4800-7B1E-4DCD-9B67-1061FDED1DFE}" type="pres">
      <dgm:prSet presAssocID="{2867A852-DD76-4EEB-8D5D-2FB5B27AE38F}" presName="parentLin" presStyleCnt="0"/>
      <dgm:spPr/>
    </dgm:pt>
    <dgm:pt modelId="{743CACDE-B0AD-4A82-BE74-29733547D852}" type="pres">
      <dgm:prSet presAssocID="{2867A852-DD76-4EEB-8D5D-2FB5B27AE38F}" presName="parentLeftMargin" presStyleLbl="node1" presStyleIdx="5" presStyleCnt="7"/>
      <dgm:spPr/>
    </dgm:pt>
    <dgm:pt modelId="{08145707-0843-461F-AC7D-2649183DBFDE}" type="pres">
      <dgm:prSet presAssocID="{2867A852-DD76-4EEB-8D5D-2FB5B27AE38F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8958909F-E03B-4C08-8E8C-CF0546F2B256}" type="pres">
      <dgm:prSet presAssocID="{2867A852-DD76-4EEB-8D5D-2FB5B27AE38F}" presName="negativeSpace" presStyleCnt="0"/>
      <dgm:spPr/>
    </dgm:pt>
    <dgm:pt modelId="{946916E0-9669-41AC-B3EE-F3D7DE3D314B}" type="pres">
      <dgm:prSet presAssocID="{2867A852-DD76-4EEB-8D5D-2FB5B27AE38F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8CDCFE04-F2C8-4048-B3F9-98E39ECB314E}" type="presOf" srcId="{A7CCA220-D303-40AB-BEFD-6B1540C2B540}" destId="{7D18509F-CB96-4A1C-91DC-3C489503F81A}" srcOrd="1" destOrd="0" presId="urn:microsoft.com/office/officeart/2005/8/layout/list1"/>
    <dgm:cxn modelId="{F8453C0B-3B48-46F7-9B92-6D78BE5950BC}" srcId="{BFE7F115-02C8-439A-B89A-BA9281511125}" destId="{11442773-2115-4ED7-80CD-B00F15FF4796}" srcOrd="1" destOrd="0" parTransId="{A69F2175-303E-4049-940A-05DCC94D8F3D}" sibTransId="{C13293D0-A861-48F8-8DA7-6CAB482B085F}"/>
    <dgm:cxn modelId="{843E970C-CA13-499D-9048-010830A3C0EF}" type="presOf" srcId="{7538E257-6F18-4E04-BB70-6FFD95B89E84}" destId="{5801DD64-1D97-4659-AC7E-36615F3101A7}" srcOrd="0" destOrd="2" presId="urn:microsoft.com/office/officeart/2005/8/layout/list1"/>
    <dgm:cxn modelId="{5FFF691C-879F-4EF2-AF0C-8C4E520C4F36}" srcId="{BFE7F115-02C8-439A-B89A-BA9281511125}" destId="{31B29DE8-7260-4A17-BF2E-6EE9F37F4756}" srcOrd="2" destOrd="0" parTransId="{BD60B04E-B38E-4AD6-A055-8483694D2C89}" sibTransId="{31DD2E52-2692-4F22-90E6-AF231ABDE5D3}"/>
    <dgm:cxn modelId="{A199C820-B0C2-4AE7-88DA-FD99A1CA2499}" type="presOf" srcId="{5044A1DA-650E-4054-8750-E21608718E0A}" destId="{1FD0E454-B305-4B3B-A9CD-85BC8216B5B3}" srcOrd="1" destOrd="0" presId="urn:microsoft.com/office/officeart/2005/8/layout/list1"/>
    <dgm:cxn modelId="{6439F225-17F8-4E1E-8002-37A7CC3710C4}" type="presOf" srcId="{11442773-2115-4ED7-80CD-B00F15FF4796}" destId="{E01EAEB9-A4B1-4E7D-B8BA-E6E9BE7FAFB6}" srcOrd="0" destOrd="0" presId="urn:microsoft.com/office/officeart/2005/8/layout/list1"/>
    <dgm:cxn modelId="{90B11B2E-FD0F-4D44-96AB-606D7D2D58D7}" type="presOf" srcId="{EBF1A26A-F668-4C46-8255-8946AF170AAB}" destId="{5801DD64-1D97-4659-AC7E-36615F3101A7}" srcOrd="0" destOrd="1" presId="urn:microsoft.com/office/officeart/2005/8/layout/list1"/>
    <dgm:cxn modelId="{073C103B-2905-42B5-AC05-F8B5AF4C2CA5}" type="presOf" srcId="{31B29DE8-7260-4A17-BF2E-6EE9F37F4756}" destId="{5198EE98-1000-40DA-991F-0EC194944121}" srcOrd="0" destOrd="0" presId="urn:microsoft.com/office/officeart/2005/8/layout/list1"/>
    <dgm:cxn modelId="{FC7E523B-9FF5-4986-8DB9-C7E684E13087}" type="presOf" srcId="{D86B1184-B01D-4765-9ACC-85271C37321A}" destId="{5801DD64-1D97-4659-AC7E-36615F3101A7}" srcOrd="0" destOrd="0" presId="urn:microsoft.com/office/officeart/2005/8/layout/list1"/>
    <dgm:cxn modelId="{C611263D-7BAC-40B4-A5E8-74C921E1A8D3}" type="presOf" srcId="{55866A57-FFD5-4956-9FFB-9782C0872A12}" destId="{EFA8CB84-0006-451E-B05C-9A04B77D665E}" srcOrd="0" destOrd="0" presId="urn:microsoft.com/office/officeart/2005/8/layout/list1"/>
    <dgm:cxn modelId="{58E0E55D-B96B-43BC-8CC4-168547ECAFE6}" srcId="{BFE7F115-02C8-439A-B89A-BA9281511125}" destId="{2867A852-DD76-4EEB-8D5D-2FB5B27AE38F}" srcOrd="6" destOrd="0" parTransId="{0F59AA43-5FC9-4306-80E4-E5DED8F436AC}" sibTransId="{D4D74E5E-7C24-4DF7-9A32-46F865259920}"/>
    <dgm:cxn modelId="{1D42D261-2DB7-43AC-8B32-7756D2447261}" srcId="{31B29DE8-7260-4A17-BF2E-6EE9F37F4756}" destId="{7538E257-6F18-4E04-BB70-6FFD95B89E84}" srcOrd="2" destOrd="0" parTransId="{29759F59-BB45-40B8-B706-5E22EFE4EF2A}" sibTransId="{A7CEAD80-958F-47D8-9625-BB24FBF89C2A}"/>
    <dgm:cxn modelId="{2C2D036A-A62C-4DBE-8D26-25BE547F1D6B}" srcId="{11442773-2115-4ED7-80CD-B00F15FF4796}" destId="{C15F5B73-CAF6-4600-981D-12FBD2F98523}" srcOrd="0" destOrd="0" parTransId="{1BC85C88-D8DB-4F63-AE6D-8776737145FF}" sibTransId="{C7889E4D-1A63-476A-B749-8D05CC794696}"/>
    <dgm:cxn modelId="{760E2E6A-08E7-46DA-B8F9-FC3D94998EC5}" type="presOf" srcId="{A7CCA220-D303-40AB-BEFD-6B1540C2B540}" destId="{A8B94431-5690-496D-AF60-E7B289617BD6}" srcOrd="0" destOrd="0" presId="urn:microsoft.com/office/officeart/2005/8/layout/list1"/>
    <dgm:cxn modelId="{87E96A4A-053A-4EC9-9521-7FF702004844}" srcId="{31B29DE8-7260-4A17-BF2E-6EE9F37F4756}" destId="{EBF1A26A-F668-4C46-8255-8946AF170AAB}" srcOrd="1" destOrd="0" parTransId="{45E371D9-41DE-47F1-9D45-E448E607CCFD}" sibTransId="{695C6D45-198A-4A7D-9812-5992D0309626}"/>
    <dgm:cxn modelId="{D3E7EA4C-B16E-4BBB-AE4D-8CC0C09104B0}" srcId="{31B29DE8-7260-4A17-BF2E-6EE9F37F4756}" destId="{D86B1184-B01D-4765-9ACC-85271C37321A}" srcOrd="0" destOrd="0" parTransId="{DEBEE008-9066-4EFC-8F7E-2EB9B31AA03F}" sibTransId="{4AFE2DB6-FD18-4080-8A49-A5817B7E6541}"/>
    <dgm:cxn modelId="{51FE6F76-FF83-4D05-AB41-0CE57A95C941}" type="presOf" srcId="{5044A1DA-650E-4054-8750-E21608718E0A}" destId="{FA5EED0D-9FAC-4104-92FE-CD83CA18EE54}" srcOrd="0" destOrd="0" presId="urn:microsoft.com/office/officeart/2005/8/layout/list1"/>
    <dgm:cxn modelId="{C1D72078-FDCF-41D2-911E-ECE1ED5FFA4A}" srcId="{BFE7F115-02C8-439A-B89A-BA9281511125}" destId="{A7CCA220-D303-40AB-BEFD-6B1540C2B540}" srcOrd="5" destOrd="0" parTransId="{A9E84FA6-8E10-4AA7-B3DB-447C3969AD84}" sibTransId="{11F635B9-FEB2-43C8-91B6-CE09EFBDC20D}"/>
    <dgm:cxn modelId="{A9833B7E-E9BF-42A0-8E75-9AEF275DE1CA}" type="presOf" srcId="{31B29DE8-7260-4A17-BF2E-6EE9F37F4756}" destId="{203414C4-E077-43D6-A6CB-A8E7489C4F73}" srcOrd="1" destOrd="0" presId="urn:microsoft.com/office/officeart/2005/8/layout/list1"/>
    <dgm:cxn modelId="{C0DD3D8F-AF13-4BC1-8D55-7A2D80368A1B}" type="presOf" srcId="{11442773-2115-4ED7-80CD-B00F15FF4796}" destId="{B8882F70-97D4-4E27-99C3-413852A8145F}" srcOrd="1" destOrd="0" presId="urn:microsoft.com/office/officeart/2005/8/layout/list1"/>
    <dgm:cxn modelId="{25AC5892-DDEF-4B49-B773-2C1574A32171}" srcId="{BFE7F115-02C8-439A-B89A-BA9281511125}" destId="{55866A57-FFD5-4956-9FFB-9782C0872A12}" srcOrd="3" destOrd="0" parTransId="{87F9115E-4C05-4A4C-9573-D4D8F384AF1C}" sibTransId="{6471695D-6941-45C3-903A-AD61CD51CB5C}"/>
    <dgm:cxn modelId="{7D9E9C98-22E9-4843-B2DB-06346AC87D8F}" srcId="{BFE7F115-02C8-439A-B89A-BA9281511125}" destId="{5044A1DA-650E-4054-8750-E21608718E0A}" srcOrd="4" destOrd="0" parTransId="{8D84D892-A0D2-4D68-9C3D-8269F8743E5B}" sibTransId="{CBB36287-6A7C-41D9-83CA-C3A0C4BB28A2}"/>
    <dgm:cxn modelId="{9863E1A0-8984-4606-A8F5-D79FA405D194}" srcId="{BFE7F115-02C8-439A-B89A-BA9281511125}" destId="{53185078-BBC8-43E2-801E-D15B95CC9682}" srcOrd="0" destOrd="0" parTransId="{44DB62D7-18BC-4C14-83B7-61C62BA5B95E}" sibTransId="{ED644113-C717-4C1C-BF3D-1820465C5880}"/>
    <dgm:cxn modelId="{6935CDAF-ABC3-41EA-BCB3-0D40F279D59F}" type="presOf" srcId="{53185078-BBC8-43E2-801E-D15B95CC9682}" destId="{123B98A9-5D87-4BC0-BB11-BE76325E39EB}" srcOrd="1" destOrd="0" presId="urn:microsoft.com/office/officeart/2005/8/layout/list1"/>
    <dgm:cxn modelId="{5F3AD9C2-9D3D-4FD7-9514-4DF0ED700CD1}" type="presOf" srcId="{55866A57-FFD5-4956-9FFB-9782C0872A12}" destId="{CD56D197-4F1E-4939-83D6-91A818425F9E}" srcOrd="1" destOrd="0" presId="urn:microsoft.com/office/officeart/2005/8/layout/list1"/>
    <dgm:cxn modelId="{BA1C44CF-4C47-48E3-834C-D47AC62BF395}" type="presOf" srcId="{53185078-BBC8-43E2-801E-D15B95CC9682}" destId="{41554736-0B5B-4481-A5FC-574A2C1403DC}" srcOrd="0" destOrd="0" presId="urn:microsoft.com/office/officeart/2005/8/layout/list1"/>
    <dgm:cxn modelId="{5707FDD9-8717-43E7-8168-5DB659BA076B}" type="presOf" srcId="{2867A852-DD76-4EEB-8D5D-2FB5B27AE38F}" destId="{743CACDE-B0AD-4A82-BE74-29733547D852}" srcOrd="0" destOrd="0" presId="urn:microsoft.com/office/officeart/2005/8/layout/list1"/>
    <dgm:cxn modelId="{DA5E75EA-41D0-437C-82BB-36B9D8635AD8}" type="presOf" srcId="{2867A852-DD76-4EEB-8D5D-2FB5B27AE38F}" destId="{08145707-0843-461F-AC7D-2649183DBFDE}" srcOrd="1" destOrd="0" presId="urn:microsoft.com/office/officeart/2005/8/layout/list1"/>
    <dgm:cxn modelId="{01A5C2F1-5CDA-48DF-8F84-ECB6CFC0C751}" type="presOf" srcId="{BFE7F115-02C8-439A-B89A-BA9281511125}" destId="{5D3DA9D1-5F2A-47D2-BDCB-794733A4BAD0}" srcOrd="0" destOrd="0" presId="urn:microsoft.com/office/officeart/2005/8/layout/list1"/>
    <dgm:cxn modelId="{B9DBC8F5-444A-402B-BB3C-1414E91DB4FF}" type="presOf" srcId="{C15F5B73-CAF6-4600-981D-12FBD2F98523}" destId="{0577E210-5955-487F-A28F-D3BD09ED0985}" srcOrd="0" destOrd="0" presId="urn:microsoft.com/office/officeart/2005/8/layout/list1"/>
    <dgm:cxn modelId="{341C22F5-33C3-4BA8-8A89-26BDAD5D5230}" type="presParOf" srcId="{5D3DA9D1-5F2A-47D2-BDCB-794733A4BAD0}" destId="{75C9C6C4-7551-4320-9EFC-009C752981BD}" srcOrd="0" destOrd="0" presId="urn:microsoft.com/office/officeart/2005/8/layout/list1"/>
    <dgm:cxn modelId="{F69CCE8D-11E0-46C0-9BED-E95D7A853228}" type="presParOf" srcId="{75C9C6C4-7551-4320-9EFC-009C752981BD}" destId="{41554736-0B5B-4481-A5FC-574A2C1403DC}" srcOrd="0" destOrd="0" presId="urn:microsoft.com/office/officeart/2005/8/layout/list1"/>
    <dgm:cxn modelId="{0A7AD20C-AE09-4AEC-85A4-0DC654493E7B}" type="presParOf" srcId="{75C9C6C4-7551-4320-9EFC-009C752981BD}" destId="{123B98A9-5D87-4BC0-BB11-BE76325E39EB}" srcOrd="1" destOrd="0" presId="urn:microsoft.com/office/officeart/2005/8/layout/list1"/>
    <dgm:cxn modelId="{CDB4FBCB-C338-4659-884D-35D927DA638C}" type="presParOf" srcId="{5D3DA9D1-5F2A-47D2-BDCB-794733A4BAD0}" destId="{2D1F665D-5A93-49F1-9201-191D0488E268}" srcOrd="1" destOrd="0" presId="urn:microsoft.com/office/officeart/2005/8/layout/list1"/>
    <dgm:cxn modelId="{C85FAC7A-40FB-49C5-B376-E05D58F09AEA}" type="presParOf" srcId="{5D3DA9D1-5F2A-47D2-BDCB-794733A4BAD0}" destId="{F91A011D-7A9C-4C62-BFD6-DBCFD5170BB5}" srcOrd="2" destOrd="0" presId="urn:microsoft.com/office/officeart/2005/8/layout/list1"/>
    <dgm:cxn modelId="{8B531A27-7B67-44F2-B680-20430FA297E3}" type="presParOf" srcId="{5D3DA9D1-5F2A-47D2-BDCB-794733A4BAD0}" destId="{E66A2364-4E88-4DD0-969A-6D4F9B7D28E8}" srcOrd="3" destOrd="0" presId="urn:microsoft.com/office/officeart/2005/8/layout/list1"/>
    <dgm:cxn modelId="{5E5E992D-5086-46CA-B0B5-FEDA750E1393}" type="presParOf" srcId="{5D3DA9D1-5F2A-47D2-BDCB-794733A4BAD0}" destId="{C82748F4-8B19-4DD8-B21B-E9E2AC8C6079}" srcOrd="4" destOrd="0" presId="urn:microsoft.com/office/officeart/2005/8/layout/list1"/>
    <dgm:cxn modelId="{293AE7A0-5A25-4102-B29C-D16F61FDBCBA}" type="presParOf" srcId="{C82748F4-8B19-4DD8-B21B-E9E2AC8C6079}" destId="{E01EAEB9-A4B1-4E7D-B8BA-E6E9BE7FAFB6}" srcOrd="0" destOrd="0" presId="urn:microsoft.com/office/officeart/2005/8/layout/list1"/>
    <dgm:cxn modelId="{3F1ABBC5-AC57-4A1F-8492-4DEB2FE1A5CA}" type="presParOf" srcId="{C82748F4-8B19-4DD8-B21B-E9E2AC8C6079}" destId="{B8882F70-97D4-4E27-99C3-413852A8145F}" srcOrd="1" destOrd="0" presId="urn:microsoft.com/office/officeart/2005/8/layout/list1"/>
    <dgm:cxn modelId="{AE98ECF1-449A-4409-BB8B-33BCF8FAE505}" type="presParOf" srcId="{5D3DA9D1-5F2A-47D2-BDCB-794733A4BAD0}" destId="{504A085C-4F23-4391-B5A1-CD42EDFA2F18}" srcOrd="5" destOrd="0" presId="urn:microsoft.com/office/officeart/2005/8/layout/list1"/>
    <dgm:cxn modelId="{A9096902-B53F-49D5-B4B4-D0DCD26231EE}" type="presParOf" srcId="{5D3DA9D1-5F2A-47D2-BDCB-794733A4BAD0}" destId="{0577E210-5955-487F-A28F-D3BD09ED0985}" srcOrd="6" destOrd="0" presId="urn:microsoft.com/office/officeart/2005/8/layout/list1"/>
    <dgm:cxn modelId="{A87402DC-3415-4995-80A8-E63D51E96495}" type="presParOf" srcId="{5D3DA9D1-5F2A-47D2-BDCB-794733A4BAD0}" destId="{9FF9A6F7-B49F-455E-8AF5-5577F9F2868B}" srcOrd="7" destOrd="0" presId="urn:microsoft.com/office/officeart/2005/8/layout/list1"/>
    <dgm:cxn modelId="{2692B51A-C146-4706-B397-EAAC016E3D17}" type="presParOf" srcId="{5D3DA9D1-5F2A-47D2-BDCB-794733A4BAD0}" destId="{CDC85E51-48DD-4AE0-AF6D-DE701AD1E1B2}" srcOrd="8" destOrd="0" presId="urn:microsoft.com/office/officeart/2005/8/layout/list1"/>
    <dgm:cxn modelId="{B96713B1-D6DA-42A9-A3C7-C9555E8786BB}" type="presParOf" srcId="{CDC85E51-48DD-4AE0-AF6D-DE701AD1E1B2}" destId="{5198EE98-1000-40DA-991F-0EC194944121}" srcOrd="0" destOrd="0" presId="urn:microsoft.com/office/officeart/2005/8/layout/list1"/>
    <dgm:cxn modelId="{04EBBE10-6F11-4E14-BAF4-1C265F9C08C9}" type="presParOf" srcId="{CDC85E51-48DD-4AE0-AF6D-DE701AD1E1B2}" destId="{203414C4-E077-43D6-A6CB-A8E7489C4F73}" srcOrd="1" destOrd="0" presId="urn:microsoft.com/office/officeart/2005/8/layout/list1"/>
    <dgm:cxn modelId="{FCF480C0-0BB0-4C8B-9EA7-A76A92690B27}" type="presParOf" srcId="{5D3DA9D1-5F2A-47D2-BDCB-794733A4BAD0}" destId="{0BE331F5-1687-478F-BCE8-4067BE5B240C}" srcOrd="9" destOrd="0" presId="urn:microsoft.com/office/officeart/2005/8/layout/list1"/>
    <dgm:cxn modelId="{5BA95C3B-F639-4328-842D-E8B168FFE97F}" type="presParOf" srcId="{5D3DA9D1-5F2A-47D2-BDCB-794733A4BAD0}" destId="{5801DD64-1D97-4659-AC7E-36615F3101A7}" srcOrd="10" destOrd="0" presId="urn:microsoft.com/office/officeart/2005/8/layout/list1"/>
    <dgm:cxn modelId="{FD225ABA-EE05-4C85-BCDD-47E1483E5678}" type="presParOf" srcId="{5D3DA9D1-5F2A-47D2-BDCB-794733A4BAD0}" destId="{59579A30-EAB1-4004-8C7E-5C50A4D229BB}" srcOrd="11" destOrd="0" presId="urn:microsoft.com/office/officeart/2005/8/layout/list1"/>
    <dgm:cxn modelId="{663C115D-C7D8-4D44-BEB3-3D7A150A9D1B}" type="presParOf" srcId="{5D3DA9D1-5F2A-47D2-BDCB-794733A4BAD0}" destId="{B34BE515-EAB5-4BC4-8709-861C2CEE9377}" srcOrd="12" destOrd="0" presId="urn:microsoft.com/office/officeart/2005/8/layout/list1"/>
    <dgm:cxn modelId="{DC92646E-00BE-48D9-83F1-CE605FD7DC76}" type="presParOf" srcId="{B34BE515-EAB5-4BC4-8709-861C2CEE9377}" destId="{EFA8CB84-0006-451E-B05C-9A04B77D665E}" srcOrd="0" destOrd="0" presId="urn:microsoft.com/office/officeart/2005/8/layout/list1"/>
    <dgm:cxn modelId="{9012C3FE-404D-4366-9077-EB8C0D566088}" type="presParOf" srcId="{B34BE515-EAB5-4BC4-8709-861C2CEE9377}" destId="{CD56D197-4F1E-4939-83D6-91A818425F9E}" srcOrd="1" destOrd="0" presId="urn:microsoft.com/office/officeart/2005/8/layout/list1"/>
    <dgm:cxn modelId="{8A901410-B729-4443-A2F6-EDE1256923C0}" type="presParOf" srcId="{5D3DA9D1-5F2A-47D2-BDCB-794733A4BAD0}" destId="{A7A3F12B-5E4B-4AE4-8E11-E85640A24B70}" srcOrd="13" destOrd="0" presId="urn:microsoft.com/office/officeart/2005/8/layout/list1"/>
    <dgm:cxn modelId="{71D20B5B-3C0D-4201-B133-3C99C077C18F}" type="presParOf" srcId="{5D3DA9D1-5F2A-47D2-BDCB-794733A4BAD0}" destId="{95FF8696-7924-4094-BFB0-33908B561E9C}" srcOrd="14" destOrd="0" presId="urn:microsoft.com/office/officeart/2005/8/layout/list1"/>
    <dgm:cxn modelId="{46A29514-A8F8-4F96-ADB0-51FCE22E040E}" type="presParOf" srcId="{5D3DA9D1-5F2A-47D2-BDCB-794733A4BAD0}" destId="{F4AFABC5-1057-47DB-A1E2-42EF939A58B7}" srcOrd="15" destOrd="0" presId="urn:microsoft.com/office/officeart/2005/8/layout/list1"/>
    <dgm:cxn modelId="{CDE8377F-AC37-4C73-9C44-3EF5D30CB1BF}" type="presParOf" srcId="{5D3DA9D1-5F2A-47D2-BDCB-794733A4BAD0}" destId="{89CCB80C-30C2-4CD5-ABDC-864D28480D09}" srcOrd="16" destOrd="0" presId="urn:microsoft.com/office/officeart/2005/8/layout/list1"/>
    <dgm:cxn modelId="{6316FADD-19C6-4CC4-9987-B6C5411C2B51}" type="presParOf" srcId="{89CCB80C-30C2-4CD5-ABDC-864D28480D09}" destId="{FA5EED0D-9FAC-4104-92FE-CD83CA18EE54}" srcOrd="0" destOrd="0" presId="urn:microsoft.com/office/officeart/2005/8/layout/list1"/>
    <dgm:cxn modelId="{42A0592D-2747-4D0E-ADAE-61165DA5945A}" type="presParOf" srcId="{89CCB80C-30C2-4CD5-ABDC-864D28480D09}" destId="{1FD0E454-B305-4B3B-A9CD-85BC8216B5B3}" srcOrd="1" destOrd="0" presId="urn:microsoft.com/office/officeart/2005/8/layout/list1"/>
    <dgm:cxn modelId="{35E8A784-FE31-4948-A855-1FA0C64D263F}" type="presParOf" srcId="{5D3DA9D1-5F2A-47D2-BDCB-794733A4BAD0}" destId="{77DE708D-FD18-4D9C-838C-CE84F776EBB9}" srcOrd="17" destOrd="0" presId="urn:microsoft.com/office/officeart/2005/8/layout/list1"/>
    <dgm:cxn modelId="{693E6A7D-4421-445B-B589-B4E6AAA946A1}" type="presParOf" srcId="{5D3DA9D1-5F2A-47D2-BDCB-794733A4BAD0}" destId="{E1DC47A3-64D3-4514-8FDE-80B9995C7EE2}" srcOrd="18" destOrd="0" presId="urn:microsoft.com/office/officeart/2005/8/layout/list1"/>
    <dgm:cxn modelId="{31A497A7-8046-448F-BBA1-047E799E618F}" type="presParOf" srcId="{5D3DA9D1-5F2A-47D2-BDCB-794733A4BAD0}" destId="{A80D9396-CB12-4D4F-9F2B-4D4E8A838BF9}" srcOrd="19" destOrd="0" presId="urn:microsoft.com/office/officeart/2005/8/layout/list1"/>
    <dgm:cxn modelId="{2342FBF7-B754-4ACE-B237-8FC1096356E4}" type="presParOf" srcId="{5D3DA9D1-5F2A-47D2-BDCB-794733A4BAD0}" destId="{2C2C862C-5113-48E8-ABF4-FEB6B561892B}" srcOrd="20" destOrd="0" presId="urn:microsoft.com/office/officeart/2005/8/layout/list1"/>
    <dgm:cxn modelId="{25030DC9-9A21-4BC4-9CBC-0E06C121BF28}" type="presParOf" srcId="{2C2C862C-5113-48E8-ABF4-FEB6B561892B}" destId="{A8B94431-5690-496D-AF60-E7B289617BD6}" srcOrd="0" destOrd="0" presId="urn:microsoft.com/office/officeart/2005/8/layout/list1"/>
    <dgm:cxn modelId="{D8643078-E53D-4C09-942D-BD6EBC77C128}" type="presParOf" srcId="{2C2C862C-5113-48E8-ABF4-FEB6B561892B}" destId="{7D18509F-CB96-4A1C-91DC-3C489503F81A}" srcOrd="1" destOrd="0" presId="urn:microsoft.com/office/officeart/2005/8/layout/list1"/>
    <dgm:cxn modelId="{7E4C6122-926D-4DAE-A25E-1281456C45A1}" type="presParOf" srcId="{5D3DA9D1-5F2A-47D2-BDCB-794733A4BAD0}" destId="{62C56D5D-37EF-48A7-B337-916C9CC12C56}" srcOrd="21" destOrd="0" presId="urn:microsoft.com/office/officeart/2005/8/layout/list1"/>
    <dgm:cxn modelId="{47693E35-AF08-4745-8C0F-D4980812AA6C}" type="presParOf" srcId="{5D3DA9D1-5F2A-47D2-BDCB-794733A4BAD0}" destId="{CA664C55-D963-4416-8281-DB4C6A395BC9}" srcOrd="22" destOrd="0" presId="urn:microsoft.com/office/officeart/2005/8/layout/list1"/>
    <dgm:cxn modelId="{1E1AF206-4DC5-49A8-B35C-5F4C021AA985}" type="presParOf" srcId="{5D3DA9D1-5F2A-47D2-BDCB-794733A4BAD0}" destId="{E688FF22-765A-4929-B6F1-2FC5BD2EB4E1}" srcOrd="23" destOrd="0" presId="urn:microsoft.com/office/officeart/2005/8/layout/list1"/>
    <dgm:cxn modelId="{13D47561-80BA-493E-9B99-50073C21C8B7}" type="presParOf" srcId="{5D3DA9D1-5F2A-47D2-BDCB-794733A4BAD0}" destId="{A58C4800-7B1E-4DCD-9B67-1061FDED1DFE}" srcOrd="24" destOrd="0" presId="urn:microsoft.com/office/officeart/2005/8/layout/list1"/>
    <dgm:cxn modelId="{19799C42-D168-4301-B1B1-2DCE8C96855E}" type="presParOf" srcId="{A58C4800-7B1E-4DCD-9B67-1061FDED1DFE}" destId="{743CACDE-B0AD-4A82-BE74-29733547D852}" srcOrd="0" destOrd="0" presId="urn:microsoft.com/office/officeart/2005/8/layout/list1"/>
    <dgm:cxn modelId="{8A9C5564-086B-438A-A827-60269BBC9FA6}" type="presParOf" srcId="{A58C4800-7B1E-4DCD-9B67-1061FDED1DFE}" destId="{08145707-0843-461F-AC7D-2649183DBFDE}" srcOrd="1" destOrd="0" presId="urn:microsoft.com/office/officeart/2005/8/layout/list1"/>
    <dgm:cxn modelId="{129BC1C6-B210-4285-A195-83DEBD4DB42E}" type="presParOf" srcId="{5D3DA9D1-5F2A-47D2-BDCB-794733A4BAD0}" destId="{8958909F-E03B-4C08-8E8C-CF0546F2B256}" srcOrd="25" destOrd="0" presId="urn:microsoft.com/office/officeart/2005/8/layout/list1"/>
    <dgm:cxn modelId="{55A1B60B-1F82-402A-B44B-54FD3236CFE1}" type="presParOf" srcId="{5D3DA9D1-5F2A-47D2-BDCB-794733A4BAD0}" destId="{946916E0-9669-41AC-B3EE-F3D7DE3D314B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4FAF2F-7B98-4042-A73D-DB70F6E0B1F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F348B75-75BB-472F-A4A6-52B4345F2DE5}">
      <dgm:prSet phldr="0"/>
      <dgm:spPr/>
      <dgm:t>
        <a:bodyPr/>
        <a:lstStyle/>
        <a:p>
          <a:pPr rtl="0"/>
          <a:r>
            <a:rPr lang="en-IN"/>
            <a:t>To design and implement Machine Learning models to recognise the</a:t>
          </a:r>
          <a:r>
            <a:rPr lang="en-IN">
              <a:latin typeface="Neue Haas Grotesk Text Pro"/>
            </a:rPr>
            <a:t> human</a:t>
          </a:r>
          <a:r>
            <a:rPr lang="en-IN"/>
            <a:t> face based in the input image and the dataset</a:t>
          </a:r>
          <a:endParaRPr lang="en-IN">
            <a:latin typeface="Neue Haas Grotesk Text Pro"/>
          </a:endParaRPr>
        </a:p>
      </dgm:t>
    </dgm:pt>
    <dgm:pt modelId="{3550099F-3EA4-4A7D-BBE1-6D91CAA64718}" type="parTrans" cxnId="{F7C31069-D994-426B-A7E0-0669A3A473F7}">
      <dgm:prSet/>
      <dgm:spPr/>
    </dgm:pt>
    <dgm:pt modelId="{5C5FA581-05B1-412C-8A18-C2250F803410}" type="sibTrans" cxnId="{F7C31069-D994-426B-A7E0-0669A3A473F7}">
      <dgm:prSet/>
      <dgm:spPr/>
      <dgm:t>
        <a:bodyPr/>
        <a:lstStyle/>
        <a:p>
          <a:endParaRPr lang="en-US"/>
        </a:p>
      </dgm:t>
    </dgm:pt>
    <dgm:pt modelId="{5C5C6E98-C523-4CCB-A9D4-436DCE23D0AA}">
      <dgm:prSet phldr="0"/>
      <dgm:spPr/>
      <dgm:t>
        <a:bodyPr/>
        <a:lstStyle/>
        <a:p>
          <a:pPr rtl="0"/>
          <a:r>
            <a:rPr lang="en-IN"/>
            <a:t>To compare and contrast the built models based on performance parameters</a:t>
          </a:r>
          <a:endParaRPr lang="en-US">
            <a:latin typeface="Neue Haas Grotesk Text Pro"/>
          </a:endParaRPr>
        </a:p>
      </dgm:t>
    </dgm:pt>
    <dgm:pt modelId="{E313DA77-FD7A-4BE2-9DE9-81D66B735B0A}" type="parTrans" cxnId="{243E96FA-AC74-4A5D-84C6-2D10B867C139}">
      <dgm:prSet/>
      <dgm:spPr/>
    </dgm:pt>
    <dgm:pt modelId="{5C6E6440-22F3-4C4B-8498-36293A9CD539}" type="sibTrans" cxnId="{243E96FA-AC74-4A5D-84C6-2D10B867C139}">
      <dgm:prSet/>
      <dgm:spPr/>
      <dgm:t>
        <a:bodyPr/>
        <a:lstStyle/>
        <a:p>
          <a:endParaRPr lang="en-US"/>
        </a:p>
      </dgm:t>
    </dgm:pt>
    <dgm:pt modelId="{30AD1DF0-69F9-403C-AB75-E78363530F9C}" type="pres">
      <dgm:prSet presAssocID="{594FAF2F-7B98-4042-A73D-DB70F6E0B1F2}" presName="outerComposite" presStyleCnt="0">
        <dgm:presLayoutVars>
          <dgm:chMax val="5"/>
          <dgm:dir/>
          <dgm:resizeHandles val="exact"/>
        </dgm:presLayoutVars>
      </dgm:prSet>
      <dgm:spPr/>
    </dgm:pt>
    <dgm:pt modelId="{4EEFCE6F-E9DB-4A13-B6AD-75A6E3281D48}" type="pres">
      <dgm:prSet presAssocID="{594FAF2F-7B98-4042-A73D-DB70F6E0B1F2}" presName="dummyMaxCanvas" presStyleCnt="0">
        <dgm:presLayoutVars/>
      </dgm:prSet>
      <dgm:spPr/>
    </dgm:pt>
    <dgm:pt modelId="{9CD78E86-08C6-4962-ADE7-1BF3FEC453C2}" type="pres">
      <dgm:prSet presAssocID="{594FAF2F-7B98-4042-A73D-DB70F6E0B1F2}" presName="TwoNodes_1" presStyleLbl="node1" presStyleIdx="0" presStyleCnt="2">
        <dgm:presLayoutVars>
          <dgm:bulletEnabled val="1"/>
        </dgm:presLayoutVars>
      </dgm:prSet>
      <dgm:spPr/>
    </dgm:pt>
    <dgm:pt modelId="{14C7200A-6DD5-4DBE-9602-21A845B60FDD}" type="pres">
      <dgm:prSet presAssocID="{594FAF2F-7B98-4042-A73D-DB70F6E0B1F2}" presName="TwoNodes_2" presStyleLbl="node1" presStyleIdx="1" presStyleCnt="2">
        <dgm:presLayoutVars>
          <dgm:bulletEnabled val="1"/>
        </dgm:presLayoutVars>
      </dgm:prSet>
      <dgm:spPr/>
    </dgm:pt>
    <dgm:pt modelId="{D1987299-0223-49C6-9EBE-FD612082FE40}" type="pres">
      <dgm:prSet presAssocID="{594FAF2F-7B98-4042-A73D-DB70F6E0B1F2}" presName="TwoConn_1-2" presStyleLbl="fgAccFollowNode1" presStyleIdx="0" presStyleCnt="1">
        <dgm:presLayoutVars>
          <dgm:bulletEnabled val="1"/>
        </dgm:presLayoutVars>
      </dgm:prSet>
      <dgm:spPr/>
    </dgm:pt>
    <dgm:pt modelId="{C694A720-971C-4FB2-BA5D-A587C9B13661}" type="pres">
      <dgm:prSet presAssocID="{594FAF2F-7B98-4042-A73D-DB70F6E0B1F2}" presName="TwoNodes_1_text" presStyleLbl="node1" presStyleIdx="1" presStyleCnt="2">
        <dgm:presLayoutVars>
          <dgm:bulletEnabled val="1"/>
        </dgm:presLayoutVars>
      </dgm:prSet>
      <dgm:spPr/>
    </dgm:pt>
    <dgm:pt modelId="{F8980E3C-E170-48A6-B1A5-8A1512E0AC44}" type="pres">
      <dgm:prSet presAssocID="{594FAF2F-7B98-4042-A73D-DB70F6E0B1F2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8ADAB626-4180-47DE-A082-0898B06AFBF0}" type="presOf" srcId="{9F348B75-75BB-472F-A4A6-52B4345F2DE5}" destId="{C694A720-971C-4FB2-BA5D-A587C9B13661}" srcOrd="1" destOrd="0" presId="urn:microsoft.com/office/officeart/2005/8/layout/vProcess5"/>
    <dgm:cxn modelId="{1DF79D35-CF39-4358-A459-51A60F0F2939}" type="presOf" srcId="{9F348B75-75BB-472F-A4A6-52B4345F2DE5}" destId="{9CD78E86-08C6-4962-ADE7-1BF3FEC453C2}" srcOrd="0" destOrd="0" presId="urn:microsoft.com/office/officeart/2005/8/layout/vProcess5"/>
    <dgm:cxn modelId="{F7C31069-D994-426B-A7E0-0669A3A473F7}" srcId="{594FAF2F-7B98-4042-A73D-DB70F6E0B1F2}" destId="{9F348B75-75BB-472F-A4A6-52B4345F2DE5}" srcOrd="0" destOrd="0" parTransId="{3550099F-3EA4-4A7D-BBE1-6D91CAA64718}" sibTransId="{5C5FA581-05B1-412C-8A18-C2250F803410}"/>
    <dgm:cxn modelId="{1CC4D0B6-1700-413D-BD5F-96553AD0C65D}" type="presOf" srcId="{5C5C6E98-C523-4CCB-A9D4-436DCE23D0AA}" destId="{14C7200A-6DD5-4DBE-9602-21A845B60FDD}" srcOrd="0" destOrd="0" presId="urn:microsoft.com/office/officeart/2005/8/layout/vProcess5"/>
    <dgm:cxn modelId="{582FCDDB-6C02-474C-A3CD-3D1AE369F469}" type="presOf" srcId="{5C5FA581-05B1-412C-8A18-C2250F803410}" destId="{D1987299-0223-49C6-9EBE-FD612082FE40}" srcOrd="0" destOrd="0" presId="urn:microsoft.com/office/officeart/2005/8/layout/vProcess5"/>
    <dgm:cxn modelId="{52B11FF0-25B5-4AD0-BF6C-593D9E58B5F4}" type="presOf" srcId="{594FAF2F-7B98-4042-A73D-DB70F6E0B1F2}" destId="{30AD1DF0-69F9-403C-AB75-E78363530F9C}" srcOrd="0" destOrd="0" presId="urn:microsoft.com/office/officeart/2005/8/layout/vProcess5"/>
    <dgm:cxn modelId="{243E96FA-AC74-4A5D-84C6-2D10B867C139}" srcId="{594FAF2F-7B98-4042-A73D-DB70F6E0B1F2}" destId="{5C5C6E98-C523-4CCB-A9D4-436DCE23D0AA}" srcOrd="1" destOrd="0" parTransId="{E313DA77-FD7A-4BE2-9DE9-81D66B735B0A}" sibTransId="{5C6E6440-22F3-4C4B-8498-36293A9CD539}"/>
    <dgm:cxn modelId="{B2A1F0FD-931F-4DFB-A15F-3A972FBB3187}" type="presOf" srcId="{5C5C6E98-C523-4CCB-A9D4-436DCE23D0AA}" destId="{F8980E3C-E170-48A6-B1A5-8A1512E0AC44}" srcOrd="1" destOrd="0" presId="urn:microsoft.com/office/officeart/2005/8/layout/vProcess5"/>
    <dgm:cxn modelId="{B78AB6CD-4A7A-46CD-8E8A-6ABC7E342890}" type="presParOf" srcId="{30AD1DF0-69F9-403C-AB75-E78363530F9C}" destId="{4EEFCE6F-E9DB-4A13-B6AD-75A6E3281D48}" srcOrd="0" destOrd="0" presId="urn:microsoft.com/office/officeart/2005/8/layout/vProcess5"/>
    <dgm:cxn modelId="{457DA839-3085-45A2-A248-427F79E20B26}" type="presParOf" srcId="{30AD1DF0-69F9-403C-AB75-E78363530F9C}" destId="{9CD78E86-08C6-4962-ADE7-1BF3FEC453C2}" srcOrd="1" destOrd="0" presId="urn:microsoft.com/office/officeart/2005/8/layout/vProcess5"/>
    <dgm:cxn modelId="{B63A3927-26CF-473B-B474-B31746184A63}" type="presParOf" srcId="{30AD1DF0-69F9-403C-AB75-E78363530F9C}" destId="{14C7200A-6DD5-4DBE-9602-21A845B60FDD}" srcOrd="2" destOrd="0" presId="urn:microsoft.com/office/officeart/2005/8/layout/vProcess5"/>
    <dgm:cxn modelId="{509061F9-C16B-4C84-AD2A-78347201525E}" type="presParOf" srcId="{30AD1DF0-69F9-403C-AB75-E78363530F9C}" destId="{D1987299-0223-49C6-9EBE-FD612082FE40}" srcOrd="3" destOrd="0" presId="urn:microsoft.com/office/officeart/2005/8/layout/vProcess5"/>
    <dgm:cxn modelId="{2322C994-9207-4D60-8211-9927D8527195}" type="presParOf" srcId="{30AD1DF0-69F9-403C-AB75-E78363530F9C}" destId="{C694A720-971C-4FB2-BA5D-A587C9B13661}" srcOrd="4" destOrd="0" presId="urn:microsoft.com/office/officeart/2005/8/layout/vProcess5"/>
    <dgm:cxn modelId="{C52E7AD0-ED89-42B8-A325-13DD943DA38D}" type="presParOf" srcId="{30AD1DF0-69F9-403C-AB75-E78363530F9C}" destId="{F8980E3C-E170-48A6-B1A5-8A1512E0AC44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25DF0B-54C6-45E6-A87B-F29B7FEB193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E0F9AA0-A949-4997-B275-2F3E68E75E7E}">
      <dgm:prSet/>
      <dgm:spPr/>
      <dgm:t>
        <a:bodyPr/>
        <a:lstStyle/>
        <a:p>
          <a:pPr rtl="0">
            <a:defRPr cap="all"/>
          </a:pPr>
          <a:r>
            <a:rPr lang="en-US">
              <a:latin typeface="Neue Haas Grotesk Text Pro"/>
            </a:rPr>
            <a:t>ID 3</a:t>
          </a:r>
          <a:endParaRPr lang="en-US"/>
        </a:p>
      </dgm:t>
    </dgm:pt>
    <dgm:pt modelId="{960C91CB-FC3A-45DF-B8D6-C5CC807D9CAE}" type="parTrans" cxnId="{03CDCC51-5C5B-4C45-B3E0-B9F3BFAB2164}">
      <dgm:prSet/>
      <dgm:spPr/>
      <dgm:t>
        <a:bodyPr/>
        <a:lstStyle/>
        <a:p>
          <a:endParaRPr lang="en-US"/>
        </a:p>
      </dgm:t>
    </dgm:pt>
    <dgm:pt modelId="{1B5ECE61-48B2-4AE6-B30B-E6DC91B4F76E}" type="sibTrans" cxnId="{03CDCC51-5C5B-4C45-B3E0-B9F3BFAB2164}">
      <dgm:prSet/>
      <dgm:spPr/>
      <dgm:t>
        <a:bodyPr/>
        <a:lstStyle/>
        <a:p>
          <a:endParaRPr lang="en-US"/>
        </a:p>
      </dgm:t>
    </dgm:pt>
    <dgm:pt modelId="{83D84306-463F-4BD1-B59C-F00C00F81E32}">
      <dgm:prSet/>
      <dgm:spPr/>
      <dgm:t>
        <a:bodyPr/>
        <a:lstStyle/>
        <a:p>
          <a:pPr>
            <a:defRPr cap="all"/>
          </a:pPr>
          <a:r>
            <a:rPr lang="en-US">
              <a:latin typeface="Neue Haas Grotesk Text Pro"/>
            </a:rPr>
            <a:t>CART</a:t>
          </a:r>
          <a:endParaRPr lang="en-US"/>
        </a:p>
      </dgm:t>
    </dgm:pt>
    <dgm:pt modelId="{1802AD17-2BFF-46BE-9F14-AC339E718CF9}" type="parTrans" cxnId="{8FD6CD4C-0512-4DB4-BB8F-8F8500F03517}">
      <dgm:prSet/>
      <dgm:spPr/>
      <dgm:t>
        <a:bodyPr/>
        <a:lstStyle/>
        <a:p>
          <a:endParaRPr lang="en-US"/>
        </a:p>
      </dgm:t>
    </dgm:pt>
    <dgm:pt modelId="{FE0C3AA2-8149-40D4-AC39-872F56A60D0B}" type="sibTrans" cxnId="{8FD6CD4C-0512-4DB4-BB8F-8F8500F03517}">
      <dgm:prSet/>
      <dgm:spPr/>
      <dgm:t>
        <a:bodyPr/>
        <a:lstStyle/>
        <a:p>
          <a:endParaRPr lang="en-US"/>
        </a:p>
      </dgm:t>
    </dgm:pt>
    <dgm:pt modelId="{B05153FF-7275-4650-B345-5707D9CFE544}">
      <dgm:prSet phldr="0"/>
      <dgm:spPr/>
      <dgm:t>
        <a:bodyPr/>
        <a:lstStyle/>
        <a:p>
          <a:pPr rtl="0">
            <a:defRPr cap="all"/>
          </a:pPr>
          <a:r>
            <a:rPr lang="en-US">
              <a:latin typeface="Neue Haas Grotesk Text Pro"/>
            </a:rPr>
            <a:t>C 4.5</a:t>
          </a:r>
          <a:endParaRPr lang="en-US"/>
        </a:p>
      </dgm:t>
    </dgm:pt>
    <dgm:pt modelId="{5D21DA49-C374-4C0A-8CEC-1CD7D2FAE436}" type="parTrans" cxnId="{F26C0B02-539C-4022-A1C9-81D196CB0A3C}">
      <dgm:prSet/>
      <dgm:spPr/>
      <dgm:t>
        <a:bodyPr/>
        <a:lstStyle/>
        <a:p>
          <a:endParaRPr lang="en-US"/>
        </a:p>
      </dgm:t>
    </dgm:pt>
    <dgm:pt modelId="{AEB5134F-0310-4407-A344-627EEDD924D0}" type="sibTrans" cxnId="{F26C0B02-539C-4022-A1C9-81D196CB0A3C}">
      <dgm:prSet/>
      <dgm:spPr/>
      <dgm:t>
        <a:bodyPr/>
        <a:lstStyle/>
        <a:p>
          <a:endParaRPr lang="en-US"/>
        </a:p>
      </dgm:t>
    </dgm:pt>
    <dgm:pt modelId="{517900BF-F06F-4EF2-8936-57AB3FC83262}" type="pres">
      <dgm:prSet presAssocID="{8325DF0B-54C6-45E6-A87B-F29B7FEB1933}" presName="root" presStyleCnt="0">
        <dgm:presLayoutVars>
          <dgm:dir/>
          <dgm:resizeHandles val="exact"/>
        </dgm:presLayoutVars>
      </dgm:prSet>
      <dgm:spPr/>
    </dgm:pt>
    <dgm:pt modelId="{F6ABD42B-2AA4-4644-8E93-BAB97EDD32FB}" type="pres">
      <dgm:prSet presAssocID="{3E0F9AA0-A949-4997-B275-2F3E68E75E7E}" presName="compNode" presStyleCnt="0"/>
      <dgm:spPr/>
    </dgm:pt>
    <dgm:pt modelId="{66D9511D-79EB-4432-B84F-A04EA1123FCB}" type="pres">
      <dgm:prSet presAssocID="{3E0F9AA0-A949-4997-B275-2F3E68E75E7E}" presName="iconBgRect" presStyleLbl="bgShp" presStyleIdx="0" presStyleCnt="3"/>
      <dgm:spPr/>
    </dgm:pt>
    <dgm:pt modelId="{30193250-29FB-48C5-A5F3-23A06955E0E4}" type="pres">
      <dgm:prSet presAssocID="{3E0F9AA0-A949-4997-B275-2F3E68E75E7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52FA600B-95A9-420A-BC14-39145383A8AC}" type="pres">
      <dgm:prSet presAssocID="{3E0F9AA0-A949-4997-B275-2F3E68E75E7E}" presName="spaceRect" presStyleCnt="0"/>
      <dgm:spPr/>
    </dgm:pt>
    <dgm:pt modelId="{806AC1CA-702D-45A6-ACE8-54C6C3587866}" type="pres">
      <dgm:prSet presAssocID="{3E0F9AA0-A949-4997-B275-2F3E68E75E7E}" presName="textRect" presStyleLbl="revTx" presStyleIdx="0" presStyleCnt="3">
        <dgm:presLayoutVars>
          <dgm:chMax val="1"/>
          <dgm:chPref val="1"/>
        </dgm:presLayoutVars>
      </dgm:prSet>
      <dgm:spPr/>
    </dgm:pt>
    <dgm:pt modelId="{CA7B6611-3E7C-4E3F-8337-C112875B3FA3}" type="pres">
      <dgm:prSet presAssocID="{1B5ECE61-48B2-4AE6-B30B-E6DC91B4F76E}" presName="sibTrans" presStyleCnt="0"/>
      <dgm:spPr/>
    </dgm:pt>
    <dgm:pt modelId="{C43AA30E-9B8A-4F01-92A2-AE99DFD02321}" type="pres">
      <dgm:prSet presAssocID="{83D84306-463F-4BD1-B59C-F00C00F81E32}" presName="compNode" presStyleCnt="0"/>
      <dgm:spPr/>
    </dgm:pt>
    <dgm:pt modelId="{0A17796B-550C-483B-B2E6-09C200C43B19}" type="pres">
      <dgm:prSet presAssocID="{83D84306-463F-4BD1-B59C-F00C00F81E32}" presName="iconBgRect" presStyleLbl="bgShp" presStyleIdx="1" presStyleCnt="3"/>
      <dgm:spPr/>
    </dgm:pt>
    <dgm:pt modelId="{99D886C6-9225-4F06-B798-195966266FC1}" type="pres">
      <dgm:prSet presAssocID="{83D84306-463F-4BD1-B59C-F00C00F81E3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2B3090C-EA8D-4454-AB44-3FC68D9A2620}" type="pres">
      <dgm:prSet presAssocID="{83D84306-463F-4BD1-B59C-F00C00F81E32}" presName="spaceRect" presStyleCnt="0"/>
      <dgm:spPr/>
    </dgm:pt>
    <dgm:pt modelId="{ECC3839F-7CC6-4FBC-8EE2-C3AA1943E295}" type="pres">
      <dgm:prSet presAssocID="{83D84306-463F-4BD1-B59C-F00C00F81E32}" presName="textRect" presStyleLbl="revTx" presStyleIdx="1" presStyleCnt="3">
        <dgm:presLayoutVars>
          <dgm:chMax val="1"/>
          <dgm:chPref val="1"/>
        </dgm:presLayoutVars>
      </dgm:prSet>
      <dgm:spPr/>
    </dgm:pt>
    <dgm:pt modelId="{106CA46C-6FDD-4365-AE39-7930E132E15D}" type="pres">
      <dgm:prSet presAssocID="{FE0C3AA2-8149-40D4-AC39-872F56A60D0B}" presName="sibTrans" presStyleCnt="0"/>
      <dgm:spPr/>
    </dgm:pt>
    <dgm:pt modelId="{A760AE0F-B1AC-4D98-AB7D-4F78774AC38B}" type="pres">
      <dgm:prSet presAssocID="{B05153FF-7275-4650-B345-5707D9CFE544}" presName="compNode" presStyleCnt="0"/>
      <dgm:spPr/>
    </dgm:pt>
    <dgm:pt modelId="{9B2D2BAB-00B9-47CB-BFB7-5AFE39A0EF2B}" type="pres">
      <dgm:prSet presAssocID="{B05153FF-7275-4650-B345-5707D9CFE544}" presName="iconBgRect" presStyleLbl="bgShp" presStyleIdx="2" presStyleCnt="3"/>
      <dgm:spPr/>
    </dgm:pt>
    <dgm:pt modelId="{C1B3EB79-BB17-47C4-96E6-C2BEEE366C67}" type="pres">
      <dgm:prSet presAssocID="{B05153FF-7275-4650-B345-5707D9CFE5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 3 outline"/>
        </a:ext>
      </dgm:extLst>
    </dgm:pt>
    <dgm:pt modelId="{D99436DE-069A-438D-A373-1F4276CD8B46}" type="pres">
      <dgm:prSet presAssocID="{B05153FF-7275-4650-B345-5707D9CFE544}" presName="spaceRect" presStyleCnt="0"/>
      <dgm:spPr/>
    </dgm:pt>
    <dgm:pt modelId="{95C0F51C-3206-4615-9B55-87C7C97E003B}" type="pres">
      <dgm:prSet presAssocID="{B05153FF-7275-4650-B345-5707D9CFE54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26C0B02-539C-4022-A1C9-81D196CB0A3C}" srcId="{8325DF0B-54C6-45E6-A87B-F29B7FEB1933}" destId="{B05153FF-7275-4650-B345-5707D9CFE544}" srcOrd="2" destOrd="0" parTransId="{5D21DA49-C374-4C0A-8CEC-1CD7D2FAE436}" sibTransId="{AEB5134F-0310-4407-A344-627EEDD924D0}"/>
    <dgm:cxn modelId="{C5E35602-AC37-4B88-96CB-60791562E8B4}" type="presOf" srcId="{3E0F9AA0-A949-4997-B275-2F3E68E75E7E}" destId="{806AC1CA-702D-45A6-ACE8-54C6C3587866}" srcOrd="0" destOrd="0" presId="urn:microsoft.com/office/officeart/2018/5/layout/IconCircleLabelList"/>
    <dgm:cxn modelId="{72449A04-6F1C-4E6B-B1D9-5FDC378BE5ED}" type="presOf" srcId="{B05153FF-7275-4650-B345-5707D9CFE544}" destId="{95C0F51C-3206-4615-9B55-87C7C97E003B}" srcOrd="0" destOrd="0" presId="urn:microsoft.com/office/officeart/2018/5/layout/IconCircleLabelList"/>
    <dgm:cxn modelId="{DAFCA867-A7C3-4790-94D1-EE387CAF9A0A}" type="presOf" srcId="{8325DF0B-54C6-45E6-A87B-F29B7FEB1933}" destId="{517900BF-F06F-4EF2-8936-57AB3FC83262}" srcOrd="0" destOrd="0" presId="urn:microsoft.com/office/officeart/2018/5/layout/IconCircleLabelList"/>
    <dgm:cxn modelId="{8FD6CD4C-0512-4DB4-BB8F-8F8500F03517}" srcId="{8325DF0B-54C6-45E6-A87B-F29B7FEB1933}" destId="{83D84306-463F-4BD1-B59C-F00C00F81E32}" srcOrd="1" destOrd="0" parTransId="{1802AD17-2BFF-46BE-9F14-AC339E718CF9}" sibTransId="{FE0C3AA2-8149-40D4-AC39-872F56A60D0B}"/>
    <dgm:cxn modelId="{03CDCC51-5C5B-4C45-B3E0-B9F3BFAB2164}" srcId="{8325DF0B-54C6-45E6-A87B-F29B7FEB1933}" destId="{3E0F9AA0-A949-4997-B275-2F3E68E75E7E}" srcOrd="0" destOrd="0" parTransId="{960C91CB-FC3A-45DF-B8D6-C5CC807D9CAE}" sibTransId="{1B5ECE61-48B2-4AE6-B30B-E6DC91B4F76E}"/>
    <dgm:cxn modelId="{28A20B83-AE53-4EC5-A907-AAD4318CABEB}" type="presOf" srcId="{83D84306-463F-4BD1-B59C-F00C00F81E32}" destId="{ECC3839F-7CC6-4FBC-8EE2-C3AA1943E295}" srcOrd="0" destOrd="0" presId="urn:microsoft.com/office/officeart/2018/5/layout/IconCircleLabelList"/>
    <dgm:cxn modelId="{4844886F-3BB1-4197-8C6A-69FCCA384BB3}" type="presParOf" srcId="{517900BF-F06F-4EF2-8936-57AB3FC83262}" destId="{F6ABD42B-2AA4-4644-8E93-BAB97EDD32FB}" srcOrd="0" destOrd="0" presId="urn:microsoft.com/office/officeart/2018/5/layout/IconCircleLabelList"/>
    <dgm:cxn modelId="{37669F4F-F11C-407A-BBA9-9D1A65812705}" type="presParOf" srcId="{F6ABD42B-2AA4-4644-8E93-BAB97EDD32FB}" destId="{66D9511D-79EB-4432-B84F-A04EA1123FCB}" srcOrd="0" destOrd="0" presId="urn:microsoft.com/office/officeart/2018/5/layout/IconCircleLabelList"/>
    <dgm:cxn modelId="{23A20D39-4B99-42B3-BE2E-C0112AEF1BFC}" type="presParOf" srcId="{F6ABD42B-2AA4-4644-8E93-BAB97EDD32FB}" destId="{30193250-29FB-48C5-A5F3-23A06955E0E4}" srcOrd="1" destOrd="0" presId="urn:microsoft.com/office/officeart/2018/5/layout/IconCircleLabelList"/>
    <dgm:cxn modelId="{D0DAC80C-C885-4A97-A00F-5D767675FB01}" type="presParOf" srcId="{F6ABD42B-2AA4-4644-8E93-BAB97EDD32FB}" destId="{52FA600B-95A9-420A-BC14-39145383A8AC}" srcOrd="2" destOrd="0" presId="urn:microsoft.com/office/officeart/2018/5/layout/IconCircleLabelList"/>
    <dgm:cxn modelId="{8583F313-7873-40BF-8D84-994F75BEFAB4}" type="presParOf" srcId="{F6ABD42B-2AA4-4644-8E93-BAB97EDD32FB}" destId="{806AC1CA-702D-45A6-ACE8-54C6C3587866}" srcOrd="3" destOrd="0" presId="urn:microsoft.com/office/officeart/2018/5/layout/IconCircleLabelList"/>
    <dgm:cxn modelId="{A84BC21E-6A1A-484B-BF96-09CF8742569D}" type="presParOf" srcId="{517900BF-F06F-4EF2-8936-57AB3FC83262}" destId="{CA7B6611-3E7C-4E3F-8337-C112875B3FA3}" srcOrd="1" destOrd="0" presId="urn:microsoft.com/office/officeart/2018/5/layout/IconCircleLabelList"/>
    <dgm:cxn modelId="{18E735C4-E665-4730-BC1E-E30259FA72E1}" type="presParOf" srcId="{517900BF-F06F-4EF2-8936-57AB3FC83262}" destId="{C43AA30E-9B8A-4F01-92A2-AE99DFD02321}" srcOrd="2" destOrd="0" presId="urn:microsoft.com/office/officeart/2018/5/layout/IconCircleLabelList"/>
    <dgm:cxn modelId="{BB1FEC8B-9C90-4258-BD73-2EB2E71C01B9}" type="presParOf" srcId="{C43AA30E-9B8A-4F01-92A2-AE99DFD02321}" destId="{0A17796B-550C-483B-B2E6-09C200C43B19}" srcOrd="0" destOrd="0" presId="urn:microsoft.com/office/officeart/2018/5/layout/IconCircleLabelList"/>
    <dgm:cxn modelId="{26713FB3-D864-4983-9AF5-0F8BEFEE3658}" type="presParOf" srcId="{C43AA30E-9B8A-4F01-92A2-AE99DFD02321}" destId="{99D886C6-9225-4F06-B798-195966266FC1}" srcOrd="1" destOrd="0" presId="urn:microsoft.com/office/officeart/2018/5/layout/IconCircleLabelList"/>
    <dgm:cxn modelId="{F7203DA1-DE07-451B-9468-16CACF6BF1AF}" type="presParOf" srcId="{C43AA30E-9B8A-4F01-92A2-AE99DFD02321}" destId="{72B3090C-EA8D-4454-AB44-3FC68D9A2620}" srcOrd="2" destOrd="0" presId="urn:microsoft.com/office/officeart/2018/5/layout/IconCircleLabelList"/>
    <dgm:cxn modelId="{DC56D9E1-2DAD-4E25-B79C-01AB2F4B9C69}" type="presParOf" srcId="{C43AA30E-9B8A-4F01-92A2-AE99DFD02321}" destId="{ECC3839F-7CC6-4FBC-8EE2-C3AA1943E295}" srcOrd="3" destOrd="0" presId="urn:microsoft.com/office/officeart/2018/5/layout/IconCircleLabelList"/>
    <dgm:cxn modelId="{909DF6BB-E21D-4632-81D4-4DA13BED4D1D}" type="presParOf" srcId="{517900BF-F06F-4EF2-8936-57AB3FC83262}" destId="{106CA46C-6FDD-4365-AE39-7930E132E15D}" srcOrd="3" destOrd="0" presId="urn:microsoft.com/office/officeart/2018/5/layout/IconCircleLabelList"/>
    <dgm:cxn modelId="{2D94E2E5-CE14-40C3-8A50-451C876D064D}" type="presParOf" srcId="{517900BF-F06F-4EF2-8936-57AB3FC83262}" destId="{A760AE0F-B1AC-4D98-AB7D-4F78774AC38B}" srcOrd="4" destOrd="0" presId="urn:microsoft.com/office/officeart/2018/5/layout/IconCircleLabelList"/>
    <dgm:cxn modelId="{D9C2DEA7-E57B-4A5F-AA46-29E069C53EE3}" type="presParOf" srcId="{A760AE0F-B1AC-4D98-AB7D-4F78774AC38B}" destId="{9B2D2BAB-00B9-47CB-BFB7-5AFE39A0EF2B}" srcOrd="0" destOrd="0" presId="urn:microsoft.com/office/officeart/2018/5/layout/IconCircleLabelList"/>
    <dgm:cxn modelId="{5369EEE8-FA4E-41FD-8983-280C8A0368E4}" type="presParOf" srcId="{A760AE0F-B1AC-4D98-AB7D-4F78774AC38B}" destId="{C1B3EB79-BB17-47C4-96E6-C2BEEE366C67}" srcOrd="1" destOrd="0" presId="urn:microsoft.com/office/officeart/2018/5/layout/IconCircleLabelList"/>
    <dgm:cxn modelId="{C37250FC-EC93-4496-A316-C782F80781FC}" type="presParOf" srcId="{A760AE0F-B1AC-4D98-AB7D-4F78774AC38B}" destId="{D99436DE-069A-438D-A373-1F4276CD8B46}" srcOrd="2" destOrd="0" presId="urn:microsoft.com/office/officeart/2018/5/layout/IconCircleLabelList"/>
    <dgm:cxn modelId="{F4B57EEE-6BD8-4257-82FB-2856BB86C1B5}" type="presParOf" srcId="{A760AE0F-B1AC-4D98-AB7D-4F78774AC38B}" destId="{95C0F51C-3206-4615-9B55-87C7C97E003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06A2DE-4821-4C89-B961-97D12168E376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52737DF-2308-4814-8544-76ADC3930159}">
      <dgm:prSet/>
      <dgm:spPr/>
      <dgm:t>
        <a:bodyPr/>
        <a:lstStyle/>
        <a:p>
          <a:r>
            <a:rPr lang="en-US"/>
            <a:t>Weights</a:t>
          </a:r>
        </a:p>
      </dgm:t>
    </dgm:pt>
    <dgm:pt modelId="{1EA2BA30-60CE-46B9-80D8-29E401F09E8D}" type="parTrans" cxnId="{72F21527-84BD-44E7-A01E-B555640E757E}">
      <dgm:prSet/>
      <dgm:spPr/>
      <dgm:t>
        <a:bodyPr/>
        <a:lstStyle/>
        <a:p>
          <a:endParaRPr lang="en-US"/>
        </a:p>
      </dgm:t>
    </dgm:pt>
    <dgm:pt modelId="{BA7CA7F1-8233-42AE-911E-04E4BFFDF238}" type="sibTrans" cxnId="{72F21527-84BD-44E7-A01E-B555640E757E}">
      <dgm:prSet/>
      <dgm:spPr/>
      <dgm:t>
        <a:bodyPr/>
        <a:lstStyle/>
        <a:p>
          <a:endParaRPr lang="en-US"/>
        </a:p>
      </dgm:t>
    </dgm:pt>
    <dgm:pt modelId="{BAC1A26E-198A-4BC2-8887-97E74BDD0DAA}">
      <dgm:prSet/>
      <dgm:spPr/>
      <dgm:t>
        <a:bodyPr/>
        <a:lstStyle/>
        <a:p>
          <a:r>
            <a:rPr lang="en-US"/>
            <a:t>Bias</a:t>
          </a:r>
        </a:p>
      </dgm:t>
    </dgm:pt>
    <dgm:pt modelId="{0EEDEF57-898D-4E55-A3C2-A6B00000C6EA}" type="parTrans" cxnId="{735B4959-E316-4275-955F-AA1BEF515B03}">
      <dgm:prSet/>
      <dgm:spPr/>
      <dgm:t>
        <a:bodyPr/>
        <a:lstStyle/>
        <a:p>
          <a:endParaRPr lang="en-US"/>
        </a:p>
      </dgm:t>
    </dgm:pt>
    <dgm:pt modelId="{B4D1858A-E1C3-45B4-A9B4-FABA9002D029}" type="sibTrans" cxnId="{735B4959-E316-4275-955F-AA1BEF515B03}">
      <dgm:prSet/>
      <dgm:spPr/>
      <dgm:t>
        <a:bodyPr/>
        <a:lstStyle/>
        <a:p>
          <a:endParaRPr lang="en-US"/>
        </a:p>
      </dgm:t>
    </dgm:pt>
    <dgm:pt modelId="{225F8AFB-9DA0-42A1-9A89-F289BE9F635B}">
      <dgm:prSet/>
      <dgm:spPr/>
      <dgm:t>
        <a:bodyPr/>
        <a:lstStyle/>
        <a:p>
          <a:r>
            <a:rPr lang="en-US"/>
            <a:t>Transfer Function</a:t>
          </a:r>
        </a:p>
      </dgm:t>
    </dgm:pt>
    <dgm:pt modelId="{A478E092-C35C-42C0-AD35-AD7890914ACD}" type="parTrans" cxnId="{AE688DB7-439F-4634-9E1B-BFA1C7592BC1}">
      <dgm:prSet/>
      <dgm:spPr/>
      <dgm:t>
        <a:bodyPr/>
        <a:lstStyle/>
        <a:p>
          <a:endParaRPr lang="en-US"/>
        </a:p>
      </dgm:t>
    </dgm:pt>
    <dgm:pt modelId="{C7A6A5F7-1EFA-4347-893B-A4B0504142D0}" type="sibTrans" cxnId="{AE688DB7-439F-4634-9E1B-BFA1C7592BC1}">
      <dgm:prSet/>
      <dgm:spPr/>
      <dgm:t>
        <a:bodyPr/>
        <a:lstStyle/>
        <a:p>
          <a:endParaRPr lang="en-US"/>
        </a:p>
      </dgm:t>
    </dgm:pt>
    <dgm:pt modelId="{58BA6AA3-BE22-4C3A-8387-D2A0574A3076}">
      <dgm:prSet/>
      <dgm:spPr/>
      <dgm:t>
        <a:bodyPr/>
        <a:lstStyle/>
        <a:p>
          <a:r>
            <a:rPr lang="en-US"/>
            <a:t>Activation Function</a:t>
          </a:r>
        </a:p>
      </dgm:t>
    </dgm:pt>
    <dgm:pt modelId="{E0204DF8-574E-4DBD-B677-ADBB431633AF}" type="parTrans" cxnId="{33ADD254-7A4D-4DEB-A7CD-B7A2B2517A70}">
      <dgm:prSet/>
      <dgm:spPr/>
      <dgm:t>
        <a:bodyPr/>
        <a:lstStyle/>
        <a:p>
          <a:endParaRPr lang="en-US"/>
        </a:p>
      </dgm:t>
    </dgm:pt>
    <dgm:pt modelId="{07821E7B-B5B3-46BD-95E9-CB2CAA4F6B42}" type="sibTrans" cxnId="{33ADD254-7A4D-4DEB-A7CD-B7A2B2517A70}">
      <dgm:prSet/>
      <dgm:spPr/>
      <dgm:t>
        <a:bodyPr/>
        <a:lstStyle/>
        <a:p>
          <a:endParaRPr lang="en-US"/>
        </a:p>
      </dgm:t>
    </dgm:pt>
    <dgm:pt modelId="{5A41E488-6C35-42EA-99C9-719E158071A7}" type="pres">
      <dgm:prSet presAssocID="{4906A2DE-4821-4C89-B961-97D12168E376}" presName="matrix" presStyleCnt="0">
        <dgm:presLayoutVars>
          <dgm:chMax val="1"/>
          <dgm:dir/>
          <dgm:resizeHandles val="exact"/>
        </dgm:presLayoutVars>
      </dgm:prSet>
      <dgm:spPr/>
    </dgm:pt>
    <dgm:pt modelId="{AC805C37-5FEC-433B-8B68-632DBEE21FCC}" type="pres">
      <dgm:prSet presAssocID="{4906A2DE-4821-4C89-B961-97D12168E376}" presName="diamond" presStyleLbl="bgShp" presStyleIdx="0" presStyleCnt="1"/>
      <dgm:spPr/>
    </dgm:pt>
    <dgm:pt modelId="{F55B5A16-B690-4CB4-98FF-2E4D21E011FB}" type="pres">
      <dgm:prSet presAssocID="{4906A2DE-4821-4C89-B961-97D12168E37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039E4C7-FECC-4429-B3F8-559C4159C6F6}" type="pres">
      <dgm:prSet presAssocID="{4906A2DE-4821-4C89-B961-97D12168E37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AFB00BA-4914-404B-9377-430C1202277E}" type="pres">
      <dgm:prSet presAssocID="{4906A2DE-4821-4C89-B961-97D12168E37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82B0A7-E7A8-41A6-96BC-312C9D99E029}" type="pres">
      <dgm:prSet presAssocID="{4906A2DE-4821-4C89-B961-97D12168E37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2F21527-84BD-44E7-A01E-B555640E757E}" srcId="{4906A2DE-4821-4C89-B961-97D12168E376}" destId="{052737DF-2308-4814-8544-76ADC3930159}" srcOrd="0" destOrd="0" parTransId="{1EA2BA30-60CE-46B9-80D8-29E401F09E8D}" sibTransId="{BA7CA7F1-8233-42AE-911E-04E4BFFDF238}"/>
    <dgm:cxn modelId="{0F4E9C49-EAB2-4F69-9BD5-188129B6DF61}" type="presOf" srcId="{225F8AFB-9DA0-42A1-9A89-F289BE9F635B}" destId="{0AFB00BA-4914-404B-9377-430C1202277E}" srcOrd="0" destOrd="0" presId="urn:microsoft.com/office/officeart/2005/8/layout/matrix3"/>
    <dgm:cxn modelId="{33ADD254-7A4D-4DEB-A7CD-B7A2B2517A70}" srcId="{4906A2DE-4821-4C89-B961-97D12168E376}" destId="{58BA6AA3-BE22-4C3A-8387-D2A0574A3076}" srcOrd="3" destOrd="0" parTransId="{E0204DF8-574E-4DBD-B677-ADBB431633AF}" sibTransId="{07821E7B-B5B3-46BD-95E9-CB2CAA4F6B42}"/>
    <dgm:cxn modelId="{735B4959-E316-4275-955F-AA1BEF515B03}" srcId="{4906A2DE-4821-4C89-B961-97D12168E376}" destId="{BAC1A26E-198A-4BC2-8887-97E74BDD0DAA}" srcOrd="1" destOrd="0" parTransId="{0EEDEF57-898D-4E55-A3C2-A6B00000C6EA}" sibTransId="{B4D1858A-E1C3-45B4-A9B4-FABA9002D029}"/>
    <dgm:cxn modelId="{8D12537B-3A8F-486F-AC6A-D8115D52D5AA}" type="presOf" srcId="{58BA6AA3-BE22-4C3A-8387-D2A0574A3076}" destId="{0E82B0A7-E7A8-41A6-96BC-312C9D99E029}" srcOrd="0" destOrd="0" presId="urn:microsoft.com/office/officeart/2005/8/layout/matrix3"/>
    <dgm:cxn modelId="{C157E6A6-A2AA-4326-B27E-C8778AB7E28E}" type="presOf" srcId="{052737DF-2308-4814-8544-76ADC3930159}" destId="{F55B5A16-B690-4CB4-98FF-2E4D21E011FB}" srcOrd="0" destOrd="0" presId="urn:microsoft.com/office/officeart/2005/8/layout/matrix3"/>
    <dgm:cxn modelId="{E4FEA7A9-F540-4B53-857A-406277D61A70}" type="presOf" srcId="{4906A2DE-4821-4C89-B961-97D12168E376}" destId="{5A41E488-6C35-42EA-99C9-719E158071A7}" srcOrd="0" destOrd="0" presId="urn:microsoft.com/office/officeart/2005/8/layout/matrix3"/>
    <dgm:cxn modelId="{AE688DB7-439F-4634-9E1B-BFA1C7592BC1}" srcId="{4906A2DE-4821-4C89-B961-97D12168E376}" destId="{225F8AFB-9DA0-42A1-9A89-F289BE9F635B}" srcOrd="2" destOrd="0" parTransId="{A478E092-C35C-42C0-AD35-AD7890914ACD}" sibTransId="{C7A6A5F7-1EFA-4347-893B-A4B0504142D0}"/>
    <dgm:cxn modelId="{D2BC5EFE-5FFE-4D97-AE66-2682F0C97E66}" type="presOf" srcId="{BAC1A26E-198A-4BC2-8887-97E74BDD0DAA}" destId="{B039E4C7-FECC-4429-B3F8-559C4159C6F6}" srcOrd="0" destOrd="0" presId="urn:microsoft.com/office/officeart/2005/8/layout/matrix3"/>
    <dgm:cxn modelId="{F5378947-282F-468D-A7F8-0B29286774A0}" type="presParOf" srcId="{5A41E488-6C35-42EA-99C9-719E158071A7}" destId="{AC805C37-5FEC-433B-8B68-632DBEE21FCC}" srcOrd="0" destOrd="0" presId="urn:microsoft.com/office/officeart/2005/8/layout/matrix3"/>
    <dgm:cxn modelId="{E5418CE5-C1C1-41B4-B1FE-964EF1BEA8FF}" type="presParOf" srcId="{5A41E488-6C35-42EA-99C9-719E158071A7}" destId="{F55B5A16-B690-4CB4-98FF-2E4D21E011FB}" srcOrd="1" destOrd="0" presId="urn:microsoft.com/office/officeart/2005/8/layout/matrix3"/>
    <dgm:cxn modelId="{53566949-9900-491D-80E8-775710283AAA}" type="presParOf" srcId="{5A41E488-6C35-42EA-99C9-719E158071A7}" destId="{B039E4C7-FECC-4429-B3F8-559C4159C6F6}" srcOrd="2" destOrd="0" presId="urn:microsoft.com/office/officeart/2005/8/layout/matrix3"/>
    <dgm:cxn modelId="{221F0AD9-326F-40BD-A83A-D3B0F611D93C}" type="presParOf" srcId="{5A41E488-6C35-42EA-99C9-719E158071A7}" destId="{0AFB00BA-4914-404B-9377-430C1202277E}" srcOrd="3" destOrd="0" presId="urn:microsoft.com/office/officeart/2005/8/layout/matrix3"/>
    <dgm:cxn modelId="{E4E364FA-6616-4933-971F-53FD9F2CC06A}" type="presParOf" srcId="{5A41E488-6C35-42EA-99C9-719E158071A7}" destId="{0E82B0A7-E7A8-41A6-96BC-312C9D99E02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C8195DA-AB67-4C2B-9C11-5A6D5A6A2981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28A5A76-B84B-4962-B887-D9ECE125B9CD}">
      <dgm:prSet/>
      <dgm:spPr/>
      <dgm:t>
        <a:bodyPr/>
        <a:lstStyle/>
        <a:p>
          <a:r>
            <a:rPr lang="en-US" b="1"/>
            <a:t>Accuracy</a:t>
          </a:r>
          <a:r>
            <a:rPr lang="en-US"/>
            <a:t> is the "Total number of correct predictions divided by the Total number of predictions in testing dataset."</a:t>
          </a:r>
        </a:p>
      </dgm:t>
    </dgm:pt>
    <dgm:pt modelId="{1BC97F4C-7721-4655-A081-86CE89A7CAF4}" type="parTrans" cxnId="{6A1AAADC-6B52-4F63-AF06-AB3403FCDAED}">
      <dgm:prSet/>
      <dgm:spPr/>
      <dgm:t>
        <a:bodyPr/>
        <a:lstStyle/>
        <a:p>
          <a:endParaRPr lang="en-US"/>
        </a:p>
      </dgm:t>
    </dgm:pt>
    <dgm:pt modelId="{1AF5AFC9-8E35-48CF-BD89-AD19252C8439}" type="sibTrans" cxnId="{6A1AAADC-6B52-4F63-AF06-AB3403FCDAED}">
      <dgm:prSet/>
      <dgm:spPr/>
      <dgm:t>
        <a:bodyPr/>
        <a:lstStyle/>
        <a:p>
          <a:endParaRPr lang="en-US"/>
        </a:p>
      </dgm:t>
    </dgm:pt>
    <dgm:pt modelId="{DB052A2A-D865-4720-BE87-49FBB4A2FC85}">
      <dgm:prSet/>
      <dgm:spPr/>
      <dgm:t>
        <a:bodyPr/>
        <a:lstStyle/>
        <a:p>
          <a:r>
            <a:rPr lang="en-US"/>
            <a:t>Accuracy = (TP + TN) / (TP + TN + FP + FN)</a:t>
          </a:r>
        </a:p>
      </dgm:t>
    </dgm:pt>
    <dgm:pt modelId="{5D2F0A51-4AED-4831-BBE7-933E192F6EAB}" type="parTrans" cxnId="{6E416B02-8186-4349-8532-B65F13C6D16B}">
      <dgm:prSet/>
      <dgm:spPr/>
      <dgm:t>
        <a:bodyPr/>
        <a:lstStyle/>
        <a:p>
          <a:endParaRPr lang="en-US"/>
        </a:p>
      </dgm:t>
    </dgm:pt>
    <dgm:pt modelId="{246D9D6A-6932-4739-AB05-F3FC4BFD022E}" type="sibTrans" cxnId="{6E416B02-8186-4349-8532-B65F13C6D16B}">
      <dgm:prSet/>
      <dgm:spPr/>
      <dgm:t>
        <a:bodyPr/>
        <a:lstStyle/>
        <a:p>
          <a:endParaRPr lang="en-US"/>
        </a:p>
      </dgm:t>
    </dgm:pt>
    <dgm:pt modelId="{2478AB42-DFBA-429B-938F-5C123DC55A07}">
      <dgm:prSet/>
      <dgm:spPr/>
      <dgm:t>
        <a:bodyPr/>
        <a:lstStyle/>
        <a:p>
          <a:r>
            <a:rPr lang="en-US"/>
            <a:t>Where,</a:t>
          </a:r>
        </a:p>
      </dgm:t>
    </dgm:pt>
    <dgm:pt modelId="{75834919-BE77-4647-98AE-C768A970712D}" type="parTrans" cxnId="{87D7B9AB-B991-4496-945B-03CAB6E5EEC9}">
      <dgm:prSet/>
      <dgm:spPr/>
      <dgm:t>
        <a:bodyPr/>
        <a:lstStyle/>
        <a:p>
          <a:endParaRPr lang="en-US"/>
        </a:p>
      </dgm:t>
    </dgm:pt>
    <dgm:pt modelId="{3D191CF5-DCA6-4D19-A1A1-56A7E2387118}" type="sibTrans" cxnId="{87D7B9AB-B991-4496-945B-03CAB6E5EEC9}">
      <dgm:prSet/>
      <dgm:spPr/>
      <dgm:t>
        <a:bodyPr/>
        <a:lstStyle/>
        <a:p>
          <a:endParaRPr lang="en-US"/>
        </a:p>
      </dgm:t>
    </dgm:pt>
    <dgm:pt modelId="{89DADEE8-E27D-4EA8-B0CF-8E9872654565}">
      <dgm:prSet/>
      <dgm:spPr/>
      <dgm:t>
        <a:bodyPr/>
        <a:lstStyle/>
        <a:p>
          <a:pPr rtl="0"/>
          <a:r>
            <a:rPr lang="en-US"/>
            <a:t>TP - ( True Positive )</a:t>
          </a:r>
          <a:endParaRPr lang="en-US">
            <a:latin typeface="Neue Haas Grotesk Text Pro"/>
          </a:endParaRPr>
        </a:p>
      </dgm:t>
    </dgm:pt>
    <dgm:pt modelId="{2398DB51-5093-470D-86F8-38795387FC90}" type="parTrans" cxnId="{271D2584-52E9-4195-B49A-A8D2A37F1ECF}">
      <dgm:prSet/>
      <dgm:spPr/>
      <dgm:t>
        <a:bodyPr/>
        <a:lstStyle/>
        <a:p>
          <a:endParaRPr lang="en-US"/>
        </a:p>
      </dgm:t>
    </dgm:pt>
    <dgm:pt modelId="{DAFBB72A-A513-4BCB-82A4-7229AA9AB8AC}" type="sibTrans" cxnId="{271D2584-52E9-4195-B49A-A8D2A37F1ECF}">
      <dgm:prSet/>
      <dgm:spPr/>
      <dgm:t>
        <a:bodyPr/>
        <a:lstStyle/>
        <a:p>
          <a:endParaRPr lang="en-US"/>
        </a:p>
      </dgm:t>
    </dgm:pt>
    <dgm:pt modelId="{8402599C-6A9B-4BA0-A10F-380C48A16727}">
      <dgm:prSet/>
      <dgm:spPr/>
      <dgm:t>
        <a:bodyPr/>
        <a:lstStyle/>
        <a:p>
          <a:pPr rtl="0"/>
          <a:r>
            <a:rPr lang="en-US">
              <a:latin typeface="Neue Haas Grotesk Text Pro"/>
            </a:rPr>
            <a:t>FN</a:t>
          </a:r>
          <a:r>
            <a:rPr lang="en-US"/>
            <a:t> - ( </a:t>
          </a:r>
          <a:r>
            <a:rPr lang="en-US">
              <a:latin typeface="Neue Haas Grotesk Text Pro"/>
            </a:rPr>
            <a:t>False</a:t>
          </a:r>
          <a:r>
            <a:rPr lang="en-US"/>
            <a:t> </a:t>
          </a:r>
          <a:r>
            <a:rPr lang="en-US">
              <a:latin typeface="Neue Haas Grotesk Text Pro"/>
            </a:rPr>
            <a:t>Negative </a:t>
          </a:r>
          <a:r>
            <a:rPr lang="en-US"/>
            <a:t>)</a:t>
          </a:r>
        </a:p>
      </dgm:t>
    </dgm:pt>
    <dgm:pt modelId="{BCD4D200-E552-410B-95DD-34DE697055A4}" type="parTrans" cxnId="{8DAA8D35-4555-4743-8725-7CFD9C7B6904}">
      <dgm:prSet/>
      <dgm:spPr/>
      <dgm:t>
        <a:bodyPr/>
        <a:lstStyle/>
        <a:p>
          <a:endParaRPr lang="en-US"/>
        </a:p>
      </dgm:t>
    </dgm:pt>
    <dgm:pt modelId="{3E548D4E-D15B-46BA-B471-85CD892B5518}" type="sibTrans" cxnId="{8DAA8D35-4555-4743-8725-7CFD9C7B6904}">
      <dgm:prSet/>
      <dgm:spPr/>
      <dgm:t>
        <a:bodyPr/>
        <a:lstStyle/>
        <a:p>
          <a:endParaRPr lang="en-US"/>
        </a:p>
      </dgm:t>
    </dgm:pt>
    <dgm:pt modelId="{6DDCC960-EFA5-4CBC-9100-666EF1656566}">
      <dgm:prSet/>
      <dgm:spPr/>
      <dgm:t>
        <a:bodyPr/>
        <a:lstStyle/>
        <a:p>
          <a:pPr rtl="0"/>
          <a:r>
            <a:rPr lang="en-US">
              <a:latin typeface="Neue Haas Grotesk Text Pro"/>
            </a:rPr>
            <a:t>FP</a:t>
          </a:r>
          <a:r>
            <a:rPr lang="en-US"/>
            <a:t> - (</a:t>
          </a:r>
          <a:r>
            <a:rPr lang="en-US">
              <a:latin typeface="Neue Haas Grotesk Text Pro"/>
            </a:rPr>
            <a:t> False Positive</a:t>
          </a:r>
          <a:r>
            <a:rPr lang="en-US"/>
            <a:t> )</a:t>
          </a:r>
        </a:p>
      </dgm:t>
    </dgm:pt>
    <dgm:pt modelId="{7E49743D-E5B4-4360-A78E-6B5CBA1E51E5}" type="parTrans" cxnId="{83773572-2674-475F-B5FF-6FFD3F6FCC4C}">
      <dgm:prSet/>
      <dgm:spPr/>
      <dgm:t>
        <a:bodyPr/>
        <a:lstStyle/>
        <a:p>
          <a:endParaRPr lang="en-US"/>
        </a:p>
      </dgm:t>
    </dgm:pt>
    <dgm:pt modelId="{26B0D610-90A4-4C16-87B6-166172F0F957}" type="sibTrans" cxnId="{83773572-2674-475F-B5FF-6FFD3F6FCC4C}">
      <dgm:prSet/>
      <dgm:spPr/>
      <dgm:t>
        <a:bodyPr/>
        <a:lstStyle/>
        <a:p>
          <a:endParaRPr lang="en-US"/>
        </a:p>
      </dgm:t>
    </dgm:pt>
    <dgm:pt modelId="{762C388E-4C29-4888-8172-DD4716FA91C7}">
      <dgm:prSet/>
      <dgm:spPr/>
      <dgm:t>
        <a:bodyPr/>
        <a:lstStyle/>
        <a:p>
          <a:pPr rtl="0"/>
          <a:r>
            <a:rPr lang="en-US">
              <a:latin typeface="Neue Haas Grotesk Text Pro"/>
            </a:rPr>
            <a:t>TN</a:t>
          </a:r>
          <a:r>
            <a:rPr lang="en-US"/>
            <a:t> - ( </a:t>
          </a:r>
          <a:r>
            <a:rPr lang="en-US">
              <a:latin typeface="Neue Haas Grotesk Text Pro"/>
            </a:rPr>
            <a:t>True Negative </a:t>
          </a:r>
          <a:r>
            <a:rPr lang="en-US"/>
            <a:t>)</a:t>
          </a:r>
        </a:p>
      </dgm:t>
    </dgm:pt>
    <dgm:pt modelId="{5BB2E8EE-CC34-4B62-B7D2-1BC4560BCD62}" type="parTrans" cxnId="{A5D70248-73E1-419E-8023-373A65C939CF}">
      <dgm:prSet/>
      <dgm:spPr/>
      <dgm:t>
        <a:bodyPr/>
        <a:lstStyle/>
        <a:p>
          <a:endParaRPr lang="en-US"/>
        </a:p>
      </dgm:t>
    </dgm:pt>
    <dgm:pt modelId="{83EDE8E1-665E-489F-9990-AD4AF5D8525B}" type="sibTrans" cxnId="{A5D70248-73E1-419E-8023-373A65C939CF}">
      <dgm:prSet/>
      <dgm:spPr/>
      <dgm:t>
        <a:bodyPr/>
        <a:lstStyle/>
        <a:p>
          <a:endParaRPr lang="en-US"/>
        </a:p>
      </dgm:t>
    </dgm:pt>
    <dgm:pt modelId="{47D9383B-5E95-4B13-AB82-A04D6F71D27E}" type="pres">
      <dgm:prSet presAssocID="{6C8195DA-AB67-4C2B-9C11-5A6D5A6A2981}" presName="Name0" presStyleCnt="0">
        <dgm:presLayoutVars>
          <dgm:dir/>
          <dgm:animLvl val="lvl"/>
          <dgm:resizeHandles val="exact"/>
        </dgm:presLayoutVars>
      </dgm:prSet>
      <dgm:spPr/>
    </dgm:pt>
    <dgm:pt modelId="{A294ECC9-DCF5-4C64-94E9-34CC919181CD}" type="pres">
      <dgm:prSet presAssocID="{2478AB42-DFBA-429B-938F-5C123DC55A07}" presName="boxAndChildren" presStyleCnt="0"/>
      <dgm:spPr/>
    </dgm:pt>
    <dgm:pt modelId="{AFBA0730-7B56-4007-A762-914F40F3E16A}" type="pres">
      <dgm:prSet presAssocID="{2478AB42-DFBA-429B-938F-5C123DC55A07}" presName="parentTextBox" presStyleLbl="node1" presStyleIdx="0" presStyleCnt="3"/>
      <dgm:spPr/>
    </dgm:pt>
    <dgm:pt modelId="{480896C0-6067-47B5-A0B0-14008B7C8DA4}" type="pres">
      <dgm:prSet presAssocID="{2478AB42-DFBA-429B-938F-5C123DC55A07}" presName="entireBox" presStyleLbl="node1" presStyleIdx="0" presStyleCnt="3"/>
      <dgm:spPr/>
    </dgm:pt>
    <dgm:pt modelId="{271A76CD-A697-4757-8F86-44745533A148}" type="pres">
      <dgm:prSet presAssocID="{2478AB42-DFBA-429B-938F-5C123DC55A07}" presName="descendantBox" presStyleCnt="0"/>
      <dgm:spPr/>
    </dgm:pt>
    <dgm:pt modelId="{5F26168E-2AD2-4314-8867-EA0E1B2EA8A5}" type="pres">
      <dgm:prSet presAssocID="{89DADEE8-E27D-4EA8-B0CF-8E9872654565}" presName="childTextBox" presStyleLbl="fgAccFollowNode1" presStyleIdx="0" presStyleCnt="4">
        <dgm:presLayoutVars>
          <dgm:bulletEnabled val="1"/>
        </dgm:presLayoutVars>
      </dgm:prSet>
      <dgm:spPr/>
    </dgm:pt>
    <dgm:pt modelId="{8ACE99AB-3196-4B76-AE07-CB9755E72153}" type="pres">
      <dgm:prSet presAssocID="{8402599C-6A9B-4BA0-A10F-380C48A16727}" presName="childTextBox" presStyleLbl="fgAccFollowNode1" presStyleIdx="1" presStyleCnt="4">
        <dgm:presLayoutVars>
          <dgm:bulletEnabled val="1"/>
        </dgm:presLayoutVars>
      </dgm:prSet>
      <dgm:spPr/>
    </dgm:pt>
    <dgm:pt modelId="{0C5B1229-811D-4F6F-9413-90D2B9BC08E5}" type="pres">
      <dgm:prSet presAssocID="{6DDCC960-EFA5-4CBC-9100-666EF1656566}" presName="childTextBox" presStyleLbl="fgAccFollowNode1" presStyleIdx="2" presStyleCnt="4">
        <dgm:presLayoutVars>
          <dgm:bulletEnabled val="1"/>
        </dgm:presLayoutVars>
      </dgm:prSet>
      <dgm:spPr/>
    </dgm:pt>
    <dgm:pt modelId="{DFFAA737-86DA-4A3B-86A5-1E89385F9DA7}" type="pres">
      <dgm:prSet presAssocID="{762C388E-4C29-4888-8172-DD4716FA91C7}" presName="childTextBox" presStyleLbl="fgAccFollowNode1" presStyleIdx="3" presStyleCnt="4">
        <dgm:presLayoutVars>
          <dgm:bulletEnabled val="1"/>
        </dgm:presLayoutVars>
      </dgm:prSet>
      <dgm:spPr/>
    </dgm:pt>
    <dgm:pt modelId="{81DA9CB3-CF23-4CB6-A9D5-B3012BA9D504}" type="pres">
      <dgm:prSet presAssocID="{246D9D6A-6932-4739-AB05-F3FC4BFD022E}" presName="sp" presStyleCnt="0"/>
      <dgm:spPr/>
    </dgm:pt>
    <dgm:pt modelId="{6888A197-412B-4C09-A6E2-D1530AFE2B25}" type="pres">
      <dgm:prSet presAssocID="{DB052A2A-D865-4720-BE87-49FBB4A2FC85}" presName="arrowAndChildren" presStyleCnt="0"/>
      <dgm:spPr/>
    </dgm:pt>
    <dgm:pt modelId="{CA500849-6D34-4A28-95F6-2E607E98993C}" type="pres">
      <dgm:prSet presAssocID="{DB052A2A-D865-4720-BE87-49FBB4A2FC85}" presName="parentTextArrow" presStyleLbl="node1" presStyleIdx="1" presStyleCnt="3"/>
      <dgm:spPr/>
    </dgm:pt>
    <dgm:pt modelId="{8DBDB19D-A25A-4EDF-A606-3F7BE9934E44}" type="pres">
      <dgm:prSet presAssocID="{1AF5AFC9-8E35-48CF-BD89-AD19252C8439}" presName="sp" presStyleCnt="0"/>
      <dgm:spPr/>
    </dgm:pt>
    <dgm:pt modelId="{C7E35F90-FE55-4A77-B215-FA632AC8865A}" type="pres">
      <dgm:prSet presAssocID="{928A5A76-B84B-4962-B887-D9ECE125B9CD}" presName="arrowAndChildren" presStyleCnt="0"/>
      <dgm:spPr/>
    </dgm:pt>
    <dgm:pt modelId="{60ABD278-D925-4792-B7F0-4D60255FD278}" type="pres">
      <dgm:prSet presAssocID="{928A5A76-B84B-4962-B887-D9ECE125B9CD}" presName="parentTextArrow" presStyleLbl="node1" presStyleIdx="2" presStyleCnt="3"/>
      <dgm:spPr/>
    </dgm:pt>
  </dgm:ptLst>
  <dgm:cxnLst>
    <dgm:cxn modelId="{6E416B02-8186-4349-8532-B65F13C6D16B}" srcId="{6C8195DA-AB67-4C2B-9C11-5A6D5A6A2981}" destId="{DB052A2A-D865-4720-BE87-49FBB4A2FC85}" srcOrd="1" destOrd="0" parTransId="{5D2F0A51-4AED-4831-BBE7-933E192F6EAB}" sibTransId="{246D9D6A-6932-4739-AB05-F3FC4BFD022E}"/>
    <dgm:cxn modelId="{A741680E-843B-4DB5-8CAD-ABCBFE84816F}" type="presOf" srcId="{2478AB42-DFBA-429B-938F-5C123DC55A07}" destId="{AFBA0730-7B56-4007-A762-914F40F3E16A}" srcOrd="0" destOrd="0" presId="urn:microsoft.com/office/officeart/2005/8/layout/process4"/>
    <dgm:cxn modelId="{6C3DEC17-0FFF-4EE3-B0B3-F472D8DC0F11}" type="presOf" srcId="{2478AB42-DFBA-429B-938F-5C123DC55A07}" destId="{480896C0-6067-47B5-A0B0-14008B7C8DA4}" srcOrd="1" destOrd="0" presId="urn:microsoft.com/office/officeart/2005/8/layout/process4"/>
    <dgm:cxn modelId="{9CA12A1C-C0D9-48F1-AF48-C8300AD09356}" type="presOf" srcId="{6DDCC960-EFA5-4CBC-9100-666EF1656566}" destId="{0C5B1229-811D-4F6F-9413-90D2B9BC08E5}" srcOrd="0" destOrd="0" presId="urn:microsoft.com/office/officeart/2005/8/layout/process4"/>
    <dgm:cxn modelId="{E9D63226-4845-4D41-8271-89EB4732704F}" type="presOf" srcId="{89DADEE8-E27D-4EA8-B0CF-8E9872654565}" destId="{5F26168E-2AD2-4314-8867-EA0E1B2EA8A5}" srcOrd="0" destOrd="0" presId="urn:microsoft.com/office/officeart/2005/8/layout/process4"/>
    <dgm:cxn modelId="{8DAA8D35-4555-4743-8725-7CFD9C7B6904}" srcId="{2478AB42-DFBA-429B-938F-5C123DC55A07}" destId="{8402599C-6A9B-4BA0-A10F-380C48A16727}" srcOrd="1" destOrd="0" parTransId="{BCD4D200-E552-410B-95DD-34DE697055A4}" sibTransId="{3E548D4E-D15B-46BA-B471-85CD892B5518}"/>
    <dgm:cxn modelId="{46959437-8564-454C-B5F0-9098A0ED4F42}" type="presOf" srcId="{DB052A2A-D865-4720-BE87-49FBB4A2FC85}" destId="{CA500849-6D34-4A28-95F6-2E607E98993C}" srcOrd="0" destOrd="0" presId="urn:microsoft.com/office/officeart/2005/8/layout/process4"/>
    <dgm:cxn modelId="{FD4AE645-F3AC-4BFC-BE78-FFC3B7A3A9CE}" type="presOf" srcId="{6C8195DA-AB67-4C2B-9C11-5A6D5A6A2981}" destId="{47D9383B-5E95-4B13-AB82-A04D6F71D27E}" srcOrd="0" destOrd="0" presId="urn:microsoft.com/office/officeart/2005/8/layout/process4"/>
    <dgm:cxn modelId="{A5D70248-73E1-419E-8023-373A65C939CF}" srcId="{2478AB42-DFBA-429B-938F-5C123DC55A07}" destId="{762C388E-4C29-4888-8172-DD4716FA91C7}" srcOrd="3" destOrd="0" parTransId="{5BB2E8EE-CC34-4B62-B7D2-1BC4560BCD62}" sibTransId="{83EDE8E1-665E-489F-9990-AD4AF5D8525B}"/>
    <dgm:cxn modelId="{4A127168-B56E-47FB-AE3C-DA69D6FA26FD}" type="presOf" srcId="{762C388E-4C29-4888-8172-DD4716FA91C7}" destId="{DFFAA737-86DA-4A3B-86A5-1E89385F9DA7}" srcOrd="0" destOrd="0" presId="urn:microsoft.com/office/officeart/2005/8/layout/process4"/>
    <dgm:cxn modelId="{E0FF2D6A-1537-4C8D-946C-4C89B8BEE31C}" type="presOf" srcId="{928A5A76-B84B-4962-B887-D9ECE125B9CD}" destId="{60ABD278-D925-4792-B7F0-4D60255FD278}" srcOrd="0" destOrd="0" presId="urn:microsoft.com/office/officeart/2005/8/layout/process4"/>
    <dgm:cxn modelId="{83773572-2674-475F-B5FF-6FFD3F6FCC4C}" srcId="{2478AB42-DFBA-429B-938F-5C123DC55A07}" destId="{6DDCC960-EFA5-4CBC-9100-666EF1656566}" srcOrd="2" destOrd="0" parTransId="{7E49743D-E5B4-4360-A78E-6B5CBA1E51E5}" sibTransId="{26B0D610-90A4-4C16-87B6-166172F0F957}"/>
    <dgm:cxn modelId="{271D2584-52E9-4195-B49A-A8D2A37F1ECF}" srcId="{2478AB42-DFBA-429B-938F-5C123DC55A07}" destId="{89DADEE8-E27D-4EA8-B0CF-8E9872654565}" srcOrd="0" destOrd="0" parTransId="{2398DB51-5093-470D-86F8-38795387FC90}" sibTransId="{DAFBB72A-A513-4BCB-82A4-7229AA9AB8AC}"/>
    <dgm:cxn modelId="{3F0F6E9A-8846-4D8F-AE2B-A5283DAE6F75}" type="presOf" srcId="{8402599C-6A9B-4BA0-A10F-380C48A16727}" destId="{8ACE99AB-3196-4B76-AE07-CB9755E72153}" srcOrd="0" destOrd="0" presId="urn:microsoft.com/office/officeart/2005/8/layout/process4"/>
    <dgm:cxn modelId="{87D7B9AB-B991-4496-945B-03CAB6E5EEC9}" srcId="{6C8195DA-AB67-4C2B-9C11-5A6D5A6A2981}" destId="{2478AB42-DFBA-429B-938F-5C123DC55A07}" srcOrd="2" destOrd="0" parTransId="{75834919-BE77-4647-98AE-C768A970712D}" sibTransId="{3D191CF5-DCA6-4D19-A1A1-56A7E2387118}"/>
    <dgm:cxn modelId="{6A1AAADC-6B52-4F63-AF06-AB3403FCDAED}" srcId="{6C8195DA-AB67-4C2B-9C11-5A6D5A6A2981}" destId="{928A5A76-B84B-4962-B887-D9ECE125B9CD}" srcOrd="0" destOrd="0" parTransId="{1BC97F4C-7721-4655-A081-86CE89A7CAF4}" sibTransId="{1AF5AFC9-8E35-48CF-BD89-AD19252C8439}"/>
    <dgm:cxn modelId="{FB00C48D-36FA-4971-83BA-606BE8DDF167}" type="presParOf" srcId="{47D9383B-5E95-4B13-AB82-A04D6F71D27E}" destId="{A294ECC9-DCF5-4C64-94E9-34CC919181CD}" srcOrd="0" destOrd="0" presId="urn:microsoft.com/office/officeart/2005/8/layout/process4"/>
    <dgm:cxn modelId="{D9A160B3-3A24-4A4B-906F-87CC9AEAC095}" type="presParOf" srcId="{A294ECC9-DCF5-4C64-94E9-34CC919181CD}" destId="{AFBA0730-7B56-4007-A762-914F40F3E16A}" srcOrd="0" destOrd="0" presId="urn:microsoft.com/office/officeart/2005/8/layout/process4"/>
    <dgm:cxn modelId="{D504C3FC-E23F-46CB-B67C-31AD2FE1553B}" type="presParOf" srcId="{A294ECC9-DCF5-4C64-94E9-34CC919181CD}" destId="{480896C0-6067-47B5-A0B0-14008B7C8DA4}" srcOrd="1" destOrd="0" presId="urn:microsoft.com/office/officeart/2005/8/layout/process4"/>
    <dgm:cxn modelId="{B6A63EDF-11A0-40AB-9F60-C33D22F7FAA5}" type="presParOf" srcId="{A294ECC9-DCF5-4C64-94E9-34CC919181CD}" destId="{271A76CD-A697-4757-8F86-44745533A148}" srcOrd="2" destOrd="0" presId="urn:microsoft.com/office/officeart/2005/8/layout/process4"/>
    <dgm:cxn modelId="{11F748FC-6409-49F4-ACC0-70FC8D8254CD}" type="presParOf" srcId="{271A76CD-A697-4757-8F86-44745533A148}" destId="{5F26168E-2AD2-4314-8867-EA0E1B2EA8A5}" srcOrd="0" destOrd="0" presId="urn:microsoft.com/office/officeart/2005/8/layout/process4"/>
    <dgm:cxn modelId="{4958D66C-6CAA-4D39-BBEF-1683A12EA9B0}" type="presParOf" srcId="{271A76CD-A697-4757-8F86-44745533A148}" destId="{8ACE99AB-3196-4B76-AE07-CB9755E72153}" srcOrd="1" destOrd="0" presId="urn:microsoft.com/office/officeart/2005/8/layout/process4"/>
    <dgm:cxn modelId="{D448CB99-A9D1-4C39-A009-2FAA4ABF3980}" type="presParOf" srcId="{271A76CD-A697-4757-8F86-44745533A148}" destId="{0C5B1229-811D-4F6F-9413-90D2B9BC08E5}" srcOrd="2" destOrd="0" presId="urn:microsoft.com/office/officeart/2005/8/layout/process4"/>
    <dgm:cxn modelId="{961721CD-889C-465D-A097-E7C8EB6476A2}" type="presParOf" srcId="{271A76CD-A697-4757-8F86-44745533A148}" destId="{DFFAA737-86DA-4A3B-86A5-1E89385F9DA7}" srcOrd="3" destOrd="0" presId="urn:microsoft.com/office/officeart/2005/8/layout/process4"/>
    <dgm:cxn modelId="{57D993F2-9C97-419C-9427-F5B1EC15AC35}" type="presParOf" srcId="{47D9383B-5E95-4B13-AB82-A04D6F71D27E}" destId="{81DA9CB3-CF23-4CB6-A9D5-B3012BA9D504}" srcOrd="1" destOrd="0" presId="urn:microsoft.com/office/officeart/2005/8/layout/process4"/>
    <dgm:cxn modelId="{E569063F-DF48-4BAC-96BB-8A5A0F58114B}" type="presParOf" srcId="{47D9383B-5E95-4B13-AB82-A04D6F71D27E}" destId="{6888A197-412B-4C09-A6E2-D1530AFE2B25}" srcOrd="2" destOrd="0" presId="urn:microsoft.com/office/officeart/2005/8/layout/process4"/>
    <dgm:cxn modelId="{40FDB58A-1EA2-4A48-B17C-FF7116A5EEFD}" type="presParOf" srcId="{6888A197-412B-4C09-A6E2-D1530AFE2B25}" destId="{CA500849-6D34-4A28-95F6-2E607E98993C}" srcOrd="0" destOrd="0" presId="urn:microsoft.com/office/officeart/2005/8/layout/process4"/>
    <dgm:cxn modelId="{50424F09-357E-4BDE-91AB-6171F71EC9DF}" type="presParOf" srcId="{47D9383B-5E95-4B13-AB82-A04D6F71D27E}" destId="{8DBDB19D-A25A-4EDF-A606-3F7BE9934E44}" srcOrd="3" destOrd="0" presId="urn:microsoft.com/office/officeart/2005/8/layout/process4"/>
    <dgm:cxn modelId="{2D31CD37-A201-4B4E-B305-6740839D98AF}" type="presParOf" srcId="{47D9383B-5E95-4B13-AB82-A04D6F71D27E}" destId="{C7E35F90-FE55-4A77-B215-FA632AC8865A}" srcOrd="4" destOrd="0" presId="urn:microsoft.com/office/officeart/2005/8/layout/process4"/>
    <dgm:cxn modelId="{5BE88213-275E-4EBB-98E2-DDA14B6A7225}" type="presParOf" srcId="{C7E35F90-FE55-4A77-B215-FA632AC8865A}" destId="{60ABD278-D925-4792-B7F0-4D60255FD27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C463B8-B7AB-4B00-8E6C-CFFBB9E77375}">
      <dsp:nvSpPr>
        <dsp:cNvPr id="0" name=""/>
        <dsp:cNvSpPr/>
      </dsp:nvSpPr>
      <dsp:spPr>
        <a:xfrm>
          <a:off x="1959228" y="128908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C3586-CBB1-4E9B-B0B4-70F3F3DE56F9}">
      <dsp:nvSpPr>
        <dsp:cNvPr id="0" name=""/>
        <dsp:cNvSpPr/>
      </dsp:nvSpPr>
      <dsp:spPr>
        <a:xfrm>
          <a:off x="555228" y="182697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0" i="0" kern="1200"/>
            <a:t>Project Guide:</a:t>
          </a:r>
          <a:endParaRPr lang="en-US" sz="3600" b="0" kern="1200"/>
        </a:p>
      </dsp:txBody>
      <dsp:txXfrm>
        <a:off x="555228" y="1826974"/>
        <a:ext cx="4320000" cy="648000"/>
      </dsp:txXfrm>
    </dsp:sp>
    <dsp:sp modelId="{C53BEDA2-9D4E-43F8-BED6-E555D767865C}">
      <dsp:nvSpPr>
        <dsp:cNvPr id="0" name=""/>
        <dsp:cNvSpPr/>
      </dsp:nvSpPr>
      <dsp:spPr>
        <a:xfrm>
          <a:off x="555228" y="2561517"/>
          <a:ext cx="4320000" cy="1894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/>
            <a:t>Dr. K. Veera Swamy,  M.Tech , Ph.D., Professor</a:t>
          </a:r>
          <a:endParaRPr lang="en-US" sz="1700" kern="1200"/>
        </a:p>
      </dsp:txBody>
      <dsp:txXfrm>
        <a:off x="555228" y="2561517"/>
        <a:ext cx="4320000" cy="1894520"/>
      </dsp:txXfrm>
    </dsp:sp>
    <dsp:sp modelId="{EFD9586C-8967-4590-A444-313867EC2C5F}">
      <dsp:nvSpPr>
        <dsp:cNvPr id="0" name=""/>
        <dsp:cNvSpPr/>
      </dsp:nvSpPr>
      <dsp:spPr>
        <a:xfrm>
          <a:off x="7035228" y="128908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3241E-6D55-4531-A8D5-EFFF7D0E550C}">
      <dsp:nvSpPr>
        <dsp:cNvPr id="0" name=""/>
        <dsp:cNvSpPr/>
      </dsp:nvSpPr>
      <dsp:spPr>
        <a:xfrm>
          <a:off x="5631228" y="182697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0" i="0" kern="1200"/>
            <a:t>Project Seminar by:</a:t>
          </a:r>
          <a:endParaRPr lang="en-US" sz="3600" kern="1200"/>
        </a:p>
      </dsp:txBody>
      <dsp:txXfrm>
        <a:off x="5631228" y="1826974"/>
        <a:ext cx="4320000" cy="648000"/>
      </dsp:txXfrm>
    </dsp:sp>
    <dsp:sp modelId="{93AFA401-A126-42AE-BDCF-ACBDF8A2A820}">
      <dsp:nvSpPr>
        <dsp:cNvPr id="0" name=""/>
        <dsp:cNvSpPr/>
      </dsp:nvSpPr>
      <dsp:spPr>
        <a:xfrm>
          <a:off x="5631228" y="2561517"/>
          <a:ext cx="4320000" cy="1894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Tadigadapa Mahesh Kumar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(</a:t>
          </a:r>
          <a:r>
            <a:rPr lang="en-IN" sz="1700" b="0" i="0" kern="1200"/>
            <a:t>1602-17-735-027</a:t>
          </a:r>
          <a:r>
            <a:rPr lang="en-IN" sz="1700" kern="1200"/>
            <a:t>)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Gundrati Saketh Kumar Goud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(1602-17-735-045)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Kumbargeri Supraja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(</a:t>
          </a:r>
          <a:r>
            <a:rPr lang="en-IN" sz="1700" b="0" i="0" kern="1200"/>
            <a:t>1602-17-735-056</a:t>
          </a:r>
          <a:r>
            <a:rPr lang="en-IN" sz="1700" kern="1200"/>
            <a:t>)</a:t>
          </a:r>
          <a:endParaRPr lang="en-US" sz="1700" kern="1200"/>
        </a:p>
      </dsp:txBody>
      <dsp:txXfrm>
        <a:off x="5631228" y="2561517"/>
        <a:ext cx="4320000" cy="1894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A011D-7A9C-4C62-BFD6-DBCFD5170BB5}">
      <dsp:nvSpPr>
        <dsp:cNvPr id="0" name=""/>
        <dsp:cNvSpPr/>
      </dsp:nvSpPr>
      <dsp:spPr>
        <a:xfrm>
          <a:off x="0" y="304641"/>
          <a:ext cx="636422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B98A9-5D87-4BC0-BB11-BE76325E39EB}">
      <dsp:nvSpPr>
        <dsp:cNvPr id="0" name=""/>
        <dsp:cNvSpPr/>
      </dsp:nvSpPr>
      <dsp:spPr>
        <a:xfrm>
          <a:off x="318211" y="98001"/>
          <a:ext cx="4454956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Aim</a:t>
          </a:r>
        </a:p>
      </dsp:txBody>
      <dsp:txXfrm>
        <a:off x="338386" y="118176"/>
        <a:ext cx="4414606" cy="372930"/>
      </dsp:txXfrm>
    </dsp:sp>
    <dsp:sp modelId="{0577E210-5955-487F-A28F-D3BD09ED0985}">
      <dsp:nvSpPr>
        <dsp:cNvPr id="0" name=""/>
        <dsp:cNvSpPr/>
      </dsp:nvSpPr>
      <dsp:spPr>
        <a:xfrm>
          <a:off x="0" y="939681"/>
          <a:ext cx="6364224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3934" tIns="291592" rIns="49393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How does a machine read an image</a:t>
          </a:r>
        </a:p>
      </dsp:txBody>
      <dsp:txXfrm>
        <a:off x="0" y="939681"/>
        <a:ext cx="6364224" cy="595350"/>
      </dsp:txXfrm>
    </dsp:sp>
    <dsp:sp modelId="{B8882F70-97D4-4E27-99C3-413852A8145F}">
      <dsp:nvSpPr>
        <dsp:cNvPr id="0" name=""/>
        <dsp:cNvSpPr/>
      </dsp:nvSpPr>
      <dsp:spPr>
        <a:xfrm>
          <a:off x="318211" y="733041"/>
          <a:ext cx="4454956" cy="4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Introduction</a:t>
          </a:r>
        </a:p>
      </dsp:txBody>
      <dsp:txXfrm>
        <a:off x="338386" y="753216"/>
        <a:ext cx="4414606" cy="372930"/>
      </dsp:txXfrm>
    </dsp:sp>
    <dsp:sp modelId="{5801DD64-1D97-4659-AC7E-36615F3101A7}">
      <dsp:nvSpPr>
        <dsp:cNvPr id="0" name=""/>
        <dsp:cNvSpPr/>
      </dsp:nvSpPr>
      <dsp:spPr>
        <a:xfrm>
          <a:off x="0" y="1817271"/>
          <a:ext cx="6364224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3934" tIns="291592" rIns="49393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Decision Tree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Support vector Machine (SVM)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Convolutional Neural Network (CNN)</a:t>
          </a:r>
        </a:p>
      </dsp:txBody>
      <dsp:txXfrm>
        <a:off x="0" y="1817271"/>
        <a:ext cx="6364224" cy="1058400"/>
      </dsp:txXfrm>
    </dsp:sp>
    <dsp:sp modelId="{203414C4-E077-43D6-A6CB-A8E7489C4F73}">
      <dsp:nvSpPr>
        <dsp:cNvPr id="0" name=""/>
        <dsp:cNvSpPr/>
      </dsp:nvSpPr>
      <dsp:spPr>
        <a:xfrm>
          <a:off x="318211" y="1610631"/>
          <a:ext cx="4454956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Types of machine learning algorithms</a:t>
          </a:r>
        </a:p>
      </dsp:txBody>
      <dsp:txXfrm>
        <a:off x="338386" y="1630806"/>
        <a:ext cx="4414606" cy="372930"/>
      </dsp:txXfrm>
    </dsp:sp>
    <dsp:sp modelId="{95FF8696-7924-4094-BFB0-33908B561E9C}">
      <dsp:nvSpPr>
        <dsp:cNvPr id="0" name=""/>
        <dsp:cNvSpPr/>
      </dsp:nvSpPr>
      <dsp:spPr>
        <a:xfrm>
          <a:off x="0" y="3157911"/>
          <a:ext cx="636422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56D197-4F1E-4939-83D6-91A818425F9E}">
      <dsp:nvSpPr>
        <dsp:cNvPr id="0" name=""/>
        <dsp:cNvSpPr/>
      </dsp:nvSpPr>
      <dsp:spPr>
        <a:xfrm>
          <a:off x="318211" y="2951271"/>
          <a:ext cx="4454956" cy="4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Implementation</a:t>
          </a:r>
        </a:p>
      </dsp:txBody>
      <dsp:txXfrm>
        <a:off x="338386" y="2971446"/>
        <a:ext cx="4414606" cy="372930"/>
      </dsp:txXfrm>
    </dsp:sp>
    <dsp:sp modelId="{E1DC47A3-64D3-4514-8FDE-80B9995C7EE2}">
      <dsp:nvSpPr>
        <dsp:cNvPr id="0" name=""/>
        <dsp:cNvSpPr/>
      </dsp:nvSpPr>
      <dsp:spPr>
        <a:xfrm>
          <a:off x="0" y="3792951"/>
          <a:ext cx="636422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0E454-B305-4B3B-A9CD-85BC8216B5B3}">
      <dsp:nvSpPr>
        <dsp:cNvPr id="0" name=""/>
        <dsp:cNvSpPr/>
      </dsp:nvSpPr>
      <dsp:spPr>
        <a:xfrm>
          <a:off x="318211" y="3586311"/>
          <a:ext cx="4454956" cy="4132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Neue Haas Grotesk Text Pro"/>
            </a:rPr>
            <a:t>How to assess a ML model</a:t>
          </a:r>
        </a:p>
      </dsp:txBody>
      <dsp:txXfrm>
        <a:off x="338386" y="3606486"/>
        <a:ext cx="4414606" cy="372930"/>
      </dsp:txXfrm>
    </dsp:sp>
    <dsp:sp modelId="{CA664C55-D963-4416-8281-DB4C6A395BC9}">
      <dsp:nvSpPr>
        <dsp:cNvPr id="0" name=""/>
        <dsp:cNvSpPr/>
      </dsp:nvSpPr>
      <dsp:spPr>
        <a:xfrm>
          <a:off x="0" y="4427991"/>
          <a:ext cx="636422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8509F-CB96-4A1C-91DC-3C489503F81A}">
      <dsp:nvSpPr>
        <dsp:cNvPr id="0" name=""/>
        <dsp:cNvSpPr/>
      </dsp:nvSpPr>
      <dsp:spPr>
        <a:xfrm>
          <a:off x="318211" y="4221351"/>
          <a:ext cx="4454956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Neue Haas Grotesk Text Pro"/>
            </a:rPr>
            <a:t>Results</a:t>
          </a:r>
        </a:p>
      </dsp:txBody>
      <dsp:txXfrm>
        <a:off x="338386" y="4241526"/>
        <a:ext cx="4414606" cy="372930"/>
      </dsp:txXfrm>
    </dsp:sp>
    <dsp:sp modelId="{946916E0-9669-41AC-B3EE-F3D7DE3D314B}">
      <dsp:nvSpPr>
        <dsp:cNvPr id="0" name=""/>
        <dsp:cNvSpPr/>
      </dsp:nvSpPr>
      <dsp:spPr>
        <a:xfrm>
          <a:off x="0" y="5063031"/>
          <a:ext cx="636422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45707-0843-461F-AC7D-2649183DBFDE}">
      <dsp:nvSpPr>
        <dsp:cNvPr id="0" name=""/>
        <dsp:cNvSpPr/>
      </dsp:nvSpPr>
      <dsp:spPr>
        <a:xfrm>
          <a:off x="318211" y="4856391"/>
          <a:ext cx="4454956" cy="4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References</a:t>
          </a:r>
          <a:endParaRPr lang="en-US" sz="1400" kern="1200"/>
        </a:p>
      </dsp:txBody>
      <dsp:txXfrm>
        <a:off x="338386" y="4876566"/>
        <a:ext cx="4414606" cy="37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D78E86-08C6-4962-ADE7-1BF3FEC453C2}">
      <dsp:nvSpPr>
        <dsp:cNvPr id="0" name=""/>
        <dsp:cNvSpPr/>
      </dsp:nvSpPr>
      <dsp:spPr>
        <a:xfrm>
          <a:off x="0" y="0"/>
          <a:ext cx="6334506" cy="245686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To design and implement Machine Learning models to recognise the</a:t>
          </a:r>
          <a:r>
            <a:rPr lang="en-IN" sz="2500" kern="1200">
              <a:latin typeface="Neue Haas Grotesk Text Pro"/>
            </a:rPr>
            <a:t> human</a:t>
          </a:r>
          <a:r>
            <a:rPr lang="en-IN" sz="2500" kern="1200"/>
            <a:t> face based in the input image and the dataset</a:t>
          </a:r>
          <a:endParaRPr lang="en-IN" sz="2500" kern="1200">
            <a:latin typeface="Neue Haas Grotesk Text Pro"/>
          </a:endParaRPr>
        </a:p>
      </dsp:txBody>
      <dsp:txXfrm>
        <a:off x="71959" y="71959"/>
        <a:ext cx="3795141" cy="2312949"/>
      </dsp:txXfrm>
    </dsp:sp>
    <dsp:sp modelId="{14C7200A-6DD5-4DBE-9602-21A845B60FDD}">
      <dsp:nvSpPr>
        <dsp:cNvPr id="0" name=""/>
        <dsp:cNvSpPr/>
      </dsp:nvSpPr>
      <dsp:spPr>
        <a:xfrm>
          <a:off x="1117853" y="3002838"/>
          <a:ext cx="6334506" cy="2456867"/>
        </a:xfrm>
        <a:prstGeom prst="roundRect">
          <a:avLst>
            <a:gd name="adj" fmla="val 10000"/>
          </a:avLst>
        </a:prstGeom>
        <a:solidFill>
          <a:schemeClr val="accent2">
            <a:hueOff val="958067"/>
            <a:satOff val="-5475"/>
            <a:lumOff val="52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To compare and contrast the built models based on performance parameters</a:t>
          </a:r>
          <a:endParaRPr lang="en-US" sz="2500" kern="1200">
            <a:latin typeface="Neue Haas Grotesk Text Pro"/>
          </a:endParaRPr>
        </a:p>
      </dsp:txBody>
      <dsp:txXfrm>
        <a:off x="1189812" y="3074797"/>
        <a:ext cx="3475769" cy="2312949"/>
      </dsp:txXfrm>
    </dsp:sp>
    <dsp:sp modelId="{D1987299-0223-49C6-9EBE-FD612082FE40}">
      <dsp:nvSpPr>
        <dsp:cNvPr id="0" name=""/>
        <dsp:cNvSpPr/>
      </dsp:nvSpPr>
      <dsp:spPr>
        <a:xfrm>
          <a:off x="4737541" y="1931370"/>
          <a:ext cx="1596964" cy="159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096858" y="1931370"/>
        <a:ext cx="878330" cy="12017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9511D-79EB-4432-B84F-A04EA1123FCB}">
      <dsp:nvSpPr>
        <dsp:cNvPr id="0" name=""/>
        <dsp:cNvSpPr/>
      </dsp:nvSpPr>
      <dsp:spPr>
        <a:xfrm>
          <a:off x="679050" y="581261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93250-29FB-48C5-A5F3-23A06955E0E4}">
      <dsp:nvSpPr>
        <dsp:cNvPr id="0" name=""/>
        <dsp:cNvSpPr/>
      </dsp:nvSpPr>
      <dsp:spPr>
        <a:xfrm>
          <a:off x="1081237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AC1CA-702D-45A6-ACE8-54C6C3587866}">
      <dsp:nvSpPr>
        <dsp:cNvPr id="0" name=""/>
        <dsp:cNvSpPr/>
      </dsp:nvSpPr>
      <dsp:spPr>
        <a:xfrm>
          <a:off x="75768" y="305626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>
              <a:latin typeface="Neue Haas Grotesk Text Pro"/>
            </a:rPr>
            <a:t>ID 3</a:t>
          </a:r>
          <a:endParaRPr lang="en-US" sz="4000" kern="1200"/>
        </a:p>
      </dsp:txBody>
      <dsp:txXfrm>
        <a:off x="75768" y="3056262"/>
        <a:ext cx="3093750" cy="720000"/>
      </dsp:txXfrm>
    </dsp:sp>
    <dsp:sp modelId="{0A17796B-550C-483B-B2E6-09C200C43B19}">
      <dsp:nvSpPr>
        <dsp:cNvPr id="0" name=""/>
        <dsp:cNvSpPr/>
      </dsp:nvSpPr>
      <dsp:spPr>
        <a:xfrm>
          <a:off x="4314206" y="581261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D886C6-9225-4F06-B798-195966266FC1}">
      <dsp:nvSpPr>
        <dsp:cNvPr id="0" name=""/>
        <dsp:cNvSpPr/>
      </dsp:nvSpPr>
      <dsp:spPr>
        <a:xfrm>
          <a:off x="4716393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3839F-7CC6-4FBC-8EE2-C3AA1943E295}">
      <dsp:nvSpPr>
        <dsp:cNvPr id="0" name=""/>
        <dsp:cNvSpPr/>
      </dsp:nvSpPr>
      <dsp:spPr>
        <a:xfrm>
          <a:off x="3710925" y="305626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>
              <a:latin typeface="Neue Haas Grotesk Text Pro"/>
            </a:rPr>
            <a:t>CART</a:t>
          </a:r>
          <a:endParaRPr lang="en-US" sz="4000" kern="1200"/>
        </a:p>
      </dsp:txBody>
      <dsp:txXfrm>
        <a:off x="3710925" y="3056262"/>
        <a:ext cx="3093750" cy="720000"/>
      </dsp:txXfrm>
    </dsp:sp>
    <dsp:sp modelId="{9B2D2BAB-00B9-47CB-BFB7-5AFE39A0EF2B}">
      <dsp:nvSpPr>
        <dsp:cNvPr id="0" name=""/>
        <dsp:cNvSpPr/>
      </dsp:nvSpPr>
      <dsp:spPr>
        <a:xfrm>
          <a:off x="7949362" y="581261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3EB79-BB17-47C4-96E6-C2BEEE366C67}">
      <dsp:nvSpPr>
        <dsp:cNvPr id="0" name=""/>
        <dsp:cNvSpPr/>
      </dsp:nvSpPr>
      <dsp:spPr>
        <a:xfrm>
          <a:off x="8351550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0F51C-3206-4615-9B55-87C7C97E003B}">
      <dsp:nvSpPr>
        <dsp:cNvPr id="0" name=""/>
        <dsp:cNvSpPr/>
      </dsp:nvSpPr>
      <dsp:spPr>
        <a:xfrm>
          <a:off x="7346081" y="305626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>
              <a:latin typeface="Neue Haas Grotesk Text Pro"/>
            </a:rPr>
            <a:t>C 4.5</a:t>
          </a:r>
          <a:endParaRPr lang="en-US" sz="4000" kern="1200"/>
        </a:p>
      </dsp:txBody>
      <dsp:txXfrm>
        <a:off x="7346081" y="3056262"/>
        <a:ext cx="3093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805C37-5FEC-433B-8B68-632DBEE21FCC}">
      <dsp:nvSpPr>
        <dsp:cNvPr id="0" name=""/>
        <dsp:cNvSpPr/>
      </dsp:nvSpPr>
      <dsp:spPr>
        <a:xfrm>
          <a:off x="635507" y="0"/>
          <a:ext cx="5541264" cy="554126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B5A16-B690-4CB4-98FF-2E4D21E011FB}">
      <dsp:nvSpPr>
        <dsp:cNvPr id="0" name=""/>
        <dsp:cNvSpPr/>
      </dsp:nvSpPr>
      <dsp:spPr>
        <a:xfrm>
          <a:off x="1161928" y="526420"/>
          <a:ext cx="2161092" cy="216109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Weights</a:t>
          </a:r>
        </a:p>
      </dsp:txBody>
      <dsp:txXfrm>
        <a:off x="1267424" y="631916"/>
        <a:ext cx="1950100" cy="1950100"/>
      </dsp:txXfrm>
    </dsp:sp>
    <dsp:sp modelId="{B039E4C7-FECC-4429-B3F8-559C4159C6F6}">
      <dsp:nvSpPr>
        <dsp:cNvPr id="0" name=""/>
        <dsp:cNvSpPr/>
      </dsp:nvSpPr>
      <dsp:spPr>
        <a:xfrm>
          <a:off x="3489258" y="526420"/>
          <a:ext cx="2161092" cy="216109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Bias</a:t>
          </a:r>
        </a:p>
      </dsp:txBody>
      <dsp:txXfrm>
        <a:off x="3594754" y="631916"/>
        <a:ext cx="1950100" cy="1950100"/>
      </dsp:txXfrm>
    </dsp:sp>
    <dsp:sp modelId="{0AFB00BA-4914-404B-9377-430C1202277E}">
      <dsp:nvSpPr>
        <dsp:cNvPr id="0" name=""/>
        <dsp:cNvSpPr/>
      </dsp:nvSpPr>
      <dsp:spPr>
        <a:xfrm>
          <a:off x="1161928" y="2853750"/>
          <a:ext cx="2161092" cy="216109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Transfer Function</a:t>
          </a:r>
        </a:p>
      </dsp:txBody>
      <dsp:txXfrm>
        <a:off x="1267424" y="2959246"/>
        <a:ext cx="1950100" cy="1950100"/>
      </dsp:txXfrm>
    </dsp:sp>
    <dsp:sp modelId="{0E82B0A7-E7A8-41A6-96BC-312C9D99E029}">
      <dsp:nvSpPr>
        <dsp:cNvPr id="0" name=""/>
        <dsp:cNvSpPr/>
      </dsp:nvSpPr>
      <dsp:spPr>
        <a:xfrm>
          <a:off x="3489258" y="2853750"/>
          <a:ext cx="2161092" cy="216109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Activation Function</a:t>
          </a:r>
        </a:p>
      </dsp:txBody>
      <dsp:txXfrm>
        <a:off x="3594754" y="2959246"/>
        <a:ext cx="1950100" cy="19501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0896C0-6067-47B5-A0B0-14008B7C8DA4}">
      <dsp:nvSpPr>
        <dsp:cNvPr id="0" name=""/>
        <dsp:cNvSpPr/>
      </dsp:nvSpPr>
      <dsp:spPr>
        <a:xfrm>
          <a:off x="0" y="4198735"/>
          <a:ext cx="6967728" cy="13781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Where,</a:t>
          </a:r>
        </a:p>
      </dsp:txBody>
      <dsp:txXfrm>
        <a:off x="0" y="4198735"/>
        <a:ext cx="6967728" cy="744184"/>
      </dsp:txXfrm>
    </dsp:sp>
    <dsp:sp modelId="{5F26168E-2AD2-4314-8867-EA0E1B2EA8A5}">
      <dsp:nvSpPr>
        <dsp:cNvPr id="0" name=""/>
        <dsp:cNvSpPr/>
      </dsp:nvSpPr>
      <dsp:spPr>
        <a:xfrm>
          <a:off x="0" y="4915357"/>
          <a:ext cx="1741931" cy="63393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TP - ( True Positive )</a:t>
          </a:r>
          <a:endParaRPr lang="en-US" sz="2000" kern="1200">
            <a:latin typeface="Neue Haas Grotesk Text Pro"/>
          </a:endParaRPr>
        </a:p>
      </dsp:txBody>
      <dsp:txXfrm>
        <a:off x="0" y="4915357"/>
        <a:ext cx="1741931" cy="633934"/>
      </dsp:txXfrm>
    </dsp:sp>
    <dsp:sp modelId="{8ACE99AB-3196-4B76-AE07-CB9755E72153}">
      <dsp:nvSpPr>
        <dsp:cNvPr id="0" name=""/>
        <dsp:cNvSpPr/>
      </dsp:nvSpPr>
      <dsp:spPr>
        <a:xfrm>
          <a:off x="1741932" y="4915357"/>
          <a:ext cx="1741931" cy="633934"/>
        </a:xfrm>
        <a:prstGeom prst="rect">
          <a:avLst/>
        </a:prstGeom>
        <a:solidFill>
          <a:schemeClr val="accent2">
            <a:tint val="40000"/>
            <a:alpha val="90000"/>
            <a:hueOff val="337043"/>
            <a:satOff val="3322"/>
            <a:lumOff val="31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7043"/>
              <a:satOff val="3322"/>
              <a:lumOff val="3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Neue Haas Grotesk Text Pro"/>
            </a:rPr>
            <a:t>FN</a:t>
          </a:r>
          <a:r>
            <a:rPr lang="en-US" sz="2000" kern="1200"/>
            <a:t> - ( </a:t>
          </a:r>
          <a:r>
            <a:rPr lang="en-US" sz="2000" kern="1200">
              <a:latin typeface="Neue Haas Grotesk Text Pro"/>
            </a:rPr>
            <a:t>False</a:t>
          </a:r>
          <a:r>
            <a:rPr lang="en-US" sz="2000" kern="1200"/>
            <a:t> </a:t>
          </a:r>
          <a:r>
            <a:rPr lang="en-US" sz="2000" kern="1200">
              <a:latin typeface="Neue Haas Grotesk Text Pro"/>
            </a:rPr>
            <a:t>Negative </a:t>
          </a:r>
          <a:r>
            <a:rPr lang="en-US" sz="2000" kern="1200"/>
            <a:t>)</a:t>
          </a:r>
        </a:p>
      </dsp:txBody>
      <dsp:txXfrm>
        <a:off x="1741932" y="4915357"/>
        <a:ext cx="1741931" cy="633934"/>
      </dsp:txXfrm>
    </dsp:sp>
    <dsp:sp modelId="{0C5B1229-811D-4F6F-9413-90D2B9BC08E5}">
      <dsp:nvSpPr>
        <dsp:cNvPr id="0" name=""/>
        <dsp:cNvSpPr/>
      </dsp:nvSpPr>
      <dsp:spPr>
        <a:xfrm>
          <a:off x="3483864" y="4915357"/>
          <a:ext cx="1741931" cy="633934"/>
        </a:xfrm>
        <a:prstGeom prst="rect">
          <a:avLst/>
        </a:prstGeom>
        <a:solidFill>
          <a:schemeClr val="accent2">
            <a:tint val="40000"/>
            <a:alpha val="90000"/>
            <a:hueOff val="674087"/>
            <a:satOff val="6644"/>
            <a:lumOff val="63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4087"/>
              <a:satOff val="6644"/>
              <a:lumOff val="6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Neue Haas Grotesk Text Pro"/>
            </a:rPr>
            <a:t>FP</a:t>
          </a:r>
          <a:r>
            <a:rPr lang="en-US" sz="2000" kern="1200"/>
            <a:t> - (</a:t>
          </a:r>
          <a:r>
            <a:rPr lang="en-US" sz="2000" kern="1200">
              <a:latin typeface="Neue Haas Grotesk Text Pro"/>
            </a:rPr>
            <a:t> False Positive</a:t>
          </a:r>
          <a:r>
            <a:rPr lang="en-US" sz="2000" kern="1200"/>
            <a:t> )</a:t>
          </a:r>
        </a:p>
      </dsp:txBody>
      <dsp:txXfrm>
        <a:off x="3483864" y="4915357"/>
        <a:ext cx="1741931" cy="633934"/>
      </dsp:txXfrm>
    </dsp:sp>
    <dsp:sp modelId="{DFFAA737-86DA-4A3B-86A5-1E89385F9DA7}">
      <dsp:nvSpPr>
        <dsp:cNvPr id="0" name=""/>
        <dsp:cNvSpPr/>
      </dsp:nvSpPr>
      <dsp:spPr>
        <a:xfrm>
          <a:off x="5225796" y="4915357"/>
          <a:ext cx="1741931" cy="633934"/>
        </a:xfrm>
        <a:prstGeom prst="rect">
          <a:avLst/>
        </a:prstGeom>
        <a:solidFill>
          <a:schemeClr val="accent2">
            <a:tint val="40000"/>
            <a:alpha val="90000"/>
            <a:hueOff val="1011130"/>
            <a:satOff val="9966"/>
            <a:lumOff val="95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011130"/>
              <a:satOff val="9966"/>
              <a:lumOff val="9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Neue Haas Grotesk Text Pro"/>
            </a:rPr>
            <a:t>TN</a:t>
          </a:r>
          <a:r>
            <a:rPr lang="en-US" sz="2000" kern="1200"/>
            <a:t> - ( </a:t>
          </a:r>
          <a:r>
            <a:rPr lang="en-US" sz="2000" kern="1200">
              <a:latin typeface="Neue Haas Grotesk Text Pro"/>
            </a:rPr>
            <a:t>True Negative </a:t>
          </a:r>
          <a:r>
            <a:rPr lang="en-US" sz="2000" kern="1200"/>
            <a:t>)</a:t>
          </a:r>
        </a:p>
      </dsp:txBody>
      <dsp:txXfrm>
        <a:off x="5225796" y="4915357"/>
        <a:ext cx="1741931" cy="633934"/>
      </dsp:txXfrm>
    </dsp:sp>
    <dsp:sp modelId="{CA500849-6D34-4A28-95F6-2E607E98993C}">
      <dsp:nvSpPr>
        <dsp:cNvPr id="0" name=""/>
        <dsp:cNvSpPr/>
      </dsp:nvSpPr>
      <dsp:spPr>
        <a:xfrm rot="10800000">
          <a:off x="0" y="2099860"/>
          <a:ext cx="6967728" cy="2119546"/>
        </a:xfrm>
        <a:prstGeom prst="upArrowCallout">
          <a:avLst/>
        </a:prstGeom>
        <a:solidFill>
          <a:schemeClr val="accent2">
            <a:hueOff val="479033"/>
            <a:satOff val="-2738"/>
            <a:lumOff val="2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Accuracy = (TP + TN) / (TP + TN + FP + FN)</a:t>
          </a:r>
        </a:p>
      </dsp:txBody>
      <dsp:txXfrm rot="10800000">
        <a:off x="0" y="2099860"/>
        <a:ext cx="6967728" cy="1377217"/>
      </dsp:txXfrm>
    </dsp:sp>
    <dsp:sp modelId="{60ABD278-D925-4792-B7F0-4D60255FD278}">
      <dsp:nvSpPr>
        <dsp:cNvPr id="0" name=""/>
        <dsp:cNvSpPr/>
      </dsp:nvSpPr>
      <dsp:spPr>
        <a:xfrm rot="10800000">
          <a:off x="0" y="985"/>
          <a:ext cx="6967728" cy="2119546"/>
        </a:xfrm>
        <a:prstGeom prst="upArrowCallout">
          <a:avLst/>
        </a:prstGeom>
        <a:solidFill>
          <a:schemeClr val="accent2">
            <a:hueOff val="958067"/>
            <a:satOff val="-5475"/>
            <a:lumOff val="52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Accuracy</a:t>
          </a:r>
          <a:r>
            <a:rPr lang="en-US" sz="2400" kern="1200"/>
            <a:t> is the "Total number of correct predictions divided by the Total number of predictions in testing dataset."</a:t>
          </a:r>
        </a:p>
      </dsp:txBody>
      <dsp:txXfrm rot="10800000">
        <a:off x="0" y="985"/>
        <a:ext cx="6967728" cy="13772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60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1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4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66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2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8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4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8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3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1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8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4003" r:id="rId5"/>
    <p:sldLayoutId id="2147483997" r:id="rId6"/>
    <p:sldLayoutId id="2147483998" r:id="rId7"/>
    <p:sldLayoutId id="2147483999" r:id="rId8"/>
    <p:sldLayoutId id="2147484002" r:id="rId9"/>
    <p:sldLayoutId id="2147484000" r:id="rId10"/>
    <p:sldLayoutId id="21474840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thworks.com/help/stats/fitcecoc.html" TargetMode="External"/><Relationship Id="rId3" Type="http://schemas.openxmlformats.org/officeDocument/2006/relationships/hyperlink" Target="https://papers.nips.cc/paper/1998/file/a2cc63e065705fe938a4dda49092966f-Paper.pdf" TargetMode="External"/><Relationship Id="rId7" Type="http://schemas.openxmlformats.org/officeDocument/2006/relationships/hyperlink" Target="https://www.mathworks.com/help/vision/ref/extracthogfeatures.html" TargetMode="External"/><Relationship Id="rId2" Type="http://schemas.openxmlformats.org/officeDocument/2006/relationships/hyperlink" Target="http://www.dcs.gla.ac.uk/~vincia/textbook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thworks.com/help/stats/fitctree.html" TargetMode="External"/><Relationship Id="rId5" Type="http://schemas.openxmlformats.org/officeDocument/2006/relationships/hyperlink" Target="https://algorithmia.com/blog/evaluating-machine-learning-models-with-a-confusion-matrix" TargetMode="External"/><Relationship Id="rId4" Type="http://schemas.openxmlformats.org/officeDocument/2006/relationships/hyperlink" Target="https://towardsdatascience.com/support-vector-machines-svm-c9ef22815589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3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62959818-8E8F-4B4A-9806-4DC2352204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0" r="26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7" name="Rectangle 4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BD2C8-3F6A-41B0-8D8E-35FB5FB38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IN" sz="4100"/>
              <a:t>HUMAN FACE RECOGNITION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B26D2-A1E2-40C5-9754-B2BD361F1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IN" sz="2000"/>
              <a:t>Using </a:t>
            </a:r>
            <a:r>
              <a:rPr lang="en-IN" sz="2000" i="1"/>
              <a:t>MACHINE LEARNING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593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57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9EBF78-7D5F-4247-A735-E80D4A6F2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r>
              <a:rPr lang="en-IN"/>
              <a:t>Project Details</a:t>
            </a:r>
          </a:p>
        </p:txBody>
      </p:sp>
      <p:sp>
        <p:nvSpPr>
          <p:cNvPr id="77" name="Rectangle 59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 61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96075A41-0475-4F83-841F-45F272CE8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229243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9445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736EC-C0A3-4EF0-8918-CD87431F7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/>
              <a:t>CONTENTS </a:t>
            </a: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1B3E696B-B3A6-4735-AF23-E7345EDE87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62592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32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313F7-A086-4EEB-8604-7006DE452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29030"/>
            <a:ext cx="2834640" cy="5457589"/>
          </a:xfrm>
        </p:spPr>
        <p:txBody>
          <a:bodyPr anchor="ctr">
            <a:normAutofit/>
          </a:bodyPr>
          <a:lstStyle/>
          <a:p>
            <a:r>
              <a:rPr lang="en-IN"/>
              <a:t>AIM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320" y="6112341"/>
            <a:ext cx="10835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045208" y="4686084"/>
            <a:ext cx="54864" cy="2834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B329162-91C5-410B-A39A-296BE37DE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296763"/>
              </p:ext>
            </p:extLst>
          </p:nvPr>
        </p:nvGraphicFramePr>
        <p:xfrm>
          <a:off x="4041648" y="429030"/>
          <a:ext cx="745236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636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5AC95-A381-4FDD-92BC-E4FD1CA23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INTRODUCTION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E0CBC-4C73-4EE2-B2BB-F821D2BCA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600">
                <a:solidFill>
                  <a:schemeClr val="bg1"/>
                </a:solidFill>
              </a:rPr>
              <a:t>HOW DOES A MACHINE READ AN IMAGE?</a:t>
            </a:r>
          </a:p>
        </p:txBody>
      </p:sp>
    </p:spTree>
    <p:extLst>
      <p:ext uri="{BB962C8B-B14F-4D97-AF65-F5344CB8AC3E}">
        <p14:creationId xmlns:p14="http://schemas.microsoft.com/office/powerpoint/2010/main" val="3560538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0549EF-E3A5-48D7-9134-A4E08C0E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6DD803-634F-4EF2-A1E7-B1911DEE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438860"/>
            <a:ext cx="11167447" cy="575276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7B63F8-D1F3-4D40-B2D4-779BAE82B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58398" y="-4818940"/>
            <a:ext cx="167069" cy="1051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1497AF3-89F4-4D32-81EA-A1D6D0820C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26" r="-658" b="-643"/>
          <a:stretch/>
        </p:blipFill>
        <p:spPr>
          <a:xfrm>
            <a:off x="610962" y="1170142"/>
            <a:ext cx="11059857" cy="450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22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4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706EA-AD46-4572-A8F1-87AB9563F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>
            <a:normAutofit/>
          </a:bodyPr>
          <a:lstStyle/>
          <a:p>
            <a:r>
              <a:rPr lang="en-US" sz="3200" dirty="0"/>
              <a:t>Decision Trees</a:t>
            </a:r>
          </a:p>
        </p:txBody>
      </p:sp>
      <p:sp>
        <p:nvSpPr>
          <p:cNvPr id="22" name="Rectangle 26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2E22A-A593-4295-B4E0-8F6632E99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5993892" cy="35602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Decision tree is a type of supervised learning algorithm that is mostly used in classification problems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The tree has three important nodes </a:t>
            </a:r>
            <a:endParaRPr lang="en-US" sz="1800"/>
          </a:p>
          <a:p>
            <a:pPr lvl="1"/>
            <a:r>
              <a:rPr lang="en-US" sz="1800">
                <a:ea typeface="+mn-lt"/>
                <a:cs typeface="+mn-lt"/>
              </a:rPr>
              <a:t>Root node</a:t>
            </a:r>
            <a:endParaRPr lang="en-US" sz="1800"/>
          </a:p>
          <a:p>
            <a:pPr lvl="1"/>
            <a:r>
              <a:rPr lang="en-US" sz="1800">
                <a:ea typeface="+mn-lt"/>
                <a:cs typeface="+mn-lt"/>
              </a:rPr>
              <a:t>Internal node</a:t>
            </a:r>
            <a:endParaRPr lang="en-US" sz="1800"/>
          </a:p>
          <a:p>
            <a:pPr lvl="1"/>
            <a:r>
              <a:rPr lang="en-US" sz="1800">
                <a:ea typeface="+mn-lt"/>
                <a:cs typeface="+mn-lt"/>
              </a:rPr>
              <a:t>Leaf node</a:t>
            </a:r>
            <a:endParaRPr lang="en-US" sz="1800"/>
          </a:p>
          <a:p>
            <a:pPr lvl="1"/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9BD6A173-41D7-4ED2-A695-B0DCE3EB47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7" t="6849" r="6752" b="4452"/>
          <a:stretch/>
        </p:blipFill>
        <p:spPr>
          <a:xfrm>
            <a:off x="7722946" y="1514897"/>
            <a:ext cx="4015113" cy="372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A422-5214-4B23-94BB-78350276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all">
                <a:ea typeface="+mj-lt"/>
                <a:cs typeface="+mj-lt"/>
              </a:rPr>
              <a:t>Example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6A947-2BEA-417B-A683-A41219344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9908" y="2372650"/>
            <a:ext cx="5153420" cy="823912"/>
          </a:xfrm>
        </p:spPr>
        <p:txBody>
          <a:bodyPr>
            <a:normAutofit lnSpcReduction="10000"/>
          </a:bodyPr>
          <a:lstStyle/>
          <a:p>
            <a:r>
              <a:rPr lang="en-US" sz="2000">
                <a:ea typeface="+mn-lt"/>
                <a:cs typeface="+mn-lt"/>
              </a:rPr>
              <a:t>Decision tree for mammal classification</a:t>
            </a:r>
            <a:endParaRPr lang="en-US" sz="2000"/>
          </a:p>
          <a:p>
            <a:endParaRPr lang="en-US"/>
          </a:p>
        </p:txBody>
      </p:sp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6D889250-6F22-44B0-B54B-B5210C94CA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0359" y="2786746"/>
            <a:ext cx="5141836" cy="352922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A22C07-4642-4408-B844-867D58532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US" sz="1800">
                <a:ea typeface="+mn-lt"/>
                <a:cs typeface="+mn-lt"/>
              </a:rPr>
              <a:t>For testing we have given animal like dog</a:t>
            </a:r>
            <a:endParaRPr lang="en-US" sz="1800"/>
          </a:p>
          <a:p>
            <a:endParaRPr lang="en-US"/>
          </a:p>
        </p:txBody>
      </p:sp>
      <p:pic>
        <p:nvPicPr>
          <p:cNvPr id="8" name="Picture 8" descr="Diagram&#10;&#10;Description automatically generated">
            <a:extLst>
              <a:ext uri="{FF2B5EF4-FFF2-40B4-BE49-F238E27FC236}">
                <a16:creationId xmlns:a16="http://schemas.microsoft.com/office/drawing/2014/main" id="{AA07980E-F19B-4EE1-81A8-654397CC106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951991" y="2585461"/>
            <a:ext cx="3725650" cy="3931794"/>
          </a:xfrm>
        </p:spPr>
      </p:pic>
    </p:spTree>
    <p:extLst>
      <p:ext uri="{BB962C8B-B14F-4D97-AF65-F5344CB8AC3E}">
        <p14:creationId xmlns:p14="http://schemas.microsoft.com/office/powerpoint/2010/main" val="2996654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D3A2-90B9-4705-8C53-7B746EC3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5223F-E233-4DE9-B282-C42F219CC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155E1-D5A5-4AA5-8342-F0A306DC94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Easy to understand and interpret</a:t>
            </a:r>
          </a:p>
          <a:p>
            <a:r>
              <a:rPr lang="en-US" sz="2000" dirty="0"/>
              <a:t>Robust</a:t>
            </a:r>
          </a:p>
          <a:p>
            <a:r>
              <a:rPr lang="en-US" sz="2000" dirty="0"/>
              <a:t>Can handle categorical and numerical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721CF-BA56-48E7-9BF9-539E8B5B0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E9A62-C0B0-4574-A808-410508ABD4E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Prone to Overfitting</a:t>
            </a:r>
          </a:p>
          <a:p>
            <a:r>
              <a:rPr lang="en-US" dirty="0"/>
              <a:t>Unstable</a:t>
            </a:r>
          </a:p>
          <a:p>
            <a:r>
              <a:rPr lang="en-US" dirty="0"/>
              <a:t>Requires complex calculations</a:t>
            </a:r>
          </a:p>
        </p:txBody>
      </p:sp>
    </p:spTree>
    <p:extLst>
      <p:ext uri="{BB962C8B-B14F-4D97-AF65-F5344CB8AC3E}">
        <p14:creationId xmlns:p14="http://schemas.microsoft.com/office/powerpoint/2010/main" val="2542184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48766" y="3248002"/>
            <a:ext cx="5688917" cy="191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1E02E-3536-498E-B078-D99A2623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Algorithms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ABC5F4-DB99-4E67-A712-651F435E1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45521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6540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BAC5-CC50-47BA-8A22-2EEEFAD0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CART (Classification And Regression Tree)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F1858-E799-41DC-898B-9EF9A2EAF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Gini index is based on Gini impurity. Gini impurity is defined as 1 minus the sum of the squares of the class probabilities in a dataset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Where p is the whole dataset, N is the number of classes, and p</a:t>
            </a:r>
            <a:r>
              <a:rPr lang="en-US" baseline="-25000" dirty="0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 is the frequency of class 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 in the same dataset.</a:t>
            </a:r>
            <a:endParaRPr lang="en-US" dirty="0"/>
          </a:p>
        </p:txBody>
      </p:sp>
      <p:pic>
        <p:nvPicPr>
          <p:cNvPr id="4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8B1E640-07C7-4063-8DFE-935C1CC7F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748" y="3345881"/>
            <a:ext cx="5220958" cy="174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77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EE94D8D-BC47-413E-91AB-A2FCCE172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84A8429-F65A-490D-96E4-1158D3E8A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41771"/>
            <a:ext cx="10515599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7D8EE-29C1-410C-BAE7-8B687B605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0089" y="5557656"/>
            <a:ext cx="9751823" cy="582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700"/>
              <a:t> Where K is the number of subsets generated by the split and (j, after) is subset j after the split</a:t>
            </a:r>
          </a:p>
        </p:txBody>
      </p:sp>
      <p:pic>
        <p:nvPicPr>
          <p:cNvPr id="5" name="Picture 5" descr="Text, letter&#10;&#10;Description automatically generated">
            <a:extLst>
              <a:ext uri="{FF2B5EF4-FFF2-40B4-BE49-F238E27FC236}">
                <a16:creationId xmlns:a16="http://schemas.microsoft.com/office/drawing/2014/main" id="{5DB0D766-28E0-4E53-A685-880B5E643A6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3423" r="1" b="3424"/>
          <a:stretch/>
        </p:blipFill>
        <p:spPr>
          <a:xfrm>
            <a:off x="694425" y="1534669"/>
            <a:ext cx="10515599" cy="328155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0F022291-A82B-4D23-A1E0-5F9BD6846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41136" y="5905709"/>
            <a:ext cx="109728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755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0549EF-E3A5-48D7-9134-A4E08C0E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16DD803-634F-4EF2-A1E7-B1911DEE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438860"/>
            <a:ext cx="11167447" cy="575276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7B63F8-D1F3-4D40-B2D4-779BAE82B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58398" y="-4818940"/>
            <a:ext cx="167069" cy="1051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2" descr="Table&#10;&#10;Description automatically generated">
            <a:extLst>
              <a:ext uri="{FF2B5EF4-FFF2-40B4-BE49-F238E27FC236}">
                <a16:creationId xmlns:a16="http://schemas.microsoft.com/office/drawing/2014/main" id="{1711B91D-CE68-4C50-9EB6-0C3F3EB28D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8" t="11154" r="1505" b="13840"/>
          <a:stretch/>
        </p:blipFill>
        <p:spPr>
          <a:xfrm>
            <a:off x="884132" y="580672"/>
            <a:ext cx="10256770" cy="561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61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4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8D602-BDA4-40D4-A128-7703AC97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Support Vector Machine (SVM)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1E9921BA-D6AE-418F-B0E5-6C167356E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743456"/>
            <a:ext cx="6702552" cy="4468368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A7512-0A62-4CCF-BA83-303807E30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/>
              <a:t>Terminology:</a:t>
            </a:r>
          </a:p>
          <a:p>
            <a:r>
              <a:rPr lang="en-US" sz="1700"/>
              <a:t>Hyperplane </a:t>
            </a:r>
          </a:p>
          <a:p>
            <a:r>
              <a:rPr lang="en-US" sz="1700"/>
              <a:t>Support Vectors </a:t>
            </a:r>
          </a:p>
          <a:p>
            <a:r>
              <a:rPr lang="en-US" sz="1700"/>
              <a:t>Margin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41791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87576-A571-43F4-B1EF-195A2F4E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53872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85750">
              <a:lnSpc>
                <a:spcPct val="90000"/>
              </a:lnSpc>
            </a:pPr>
            <a:r>
              <a:rPr lang="en-US" sz="3200" b="0" dirty="0"/>
              <a:t>Features are based 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140521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53AC5-0C4E-471F-8C04-07AE5560E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9240" y="586822"/>
            <a:ext cx="6007608" cy="1645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Colour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Shape 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Texture</a:t>
            </a:r>
          </a:p>
          <a:p>
            <a:pPr indent="-228600">
              <a:buChar char="•"/>
            </a:pP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8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8D3D788B-0556-4D99-B560-62EF4B6DD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81" y="2729397"/>
            <a:ext cx="3579312" cy="3483864"/>
          </a:xfrm>
          <a:prstGeom prst="rect">
            <a:avLst/>
          </a:prstGeom>
        </p:spPr>
      </p:pic>
      <p:pic>
        <p:nvPicPr>
          <p:cNvPr id="12" name="Picture 12" descr="Text&#10;&#10;Description automatically generated">
            <a:extLst>
              <a:ext uri="{FF2B5EF4-FFF2-40B4-BE49-F238E27FC236}">
                <a16:creationId xmlns:a16="http://schemas.microsoft.com/office/drawing/2014/main" id="{8AAE9F22-CEA1-4797-88FA-6B404FFE7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3146536"/>
            <a:ext cx="5523082" cy="264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77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DF40726-9B19-4165-9C26-757D16E19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6F869-3C7A-498E-BDA9-BCAC4647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64211"/>
            <a:ext cx="4571999" cy="1165002"/>
          </a:xfrm>
        </p:spPr>
        <p:txBody>
          <a:bodyPr anchor="b">
            <a:normAutofit/>
          </a:bodyPr>
          <a:lstStyle/>
          <a:p>
            <a:r>
              <a:rPr lang="en-US" sz="3600" dirty="0"/>
              <a:t>Types of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43056-6C6F-4086-A19B-0AE4E408A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55327"/>
            <a:ext cx="4571999" cy="37769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Linear SVM</a:t>
            </a:r>
          </a:p>
          <a:p>
            <a:r>
              <a:rPr lang="en-US" sz="1800"/>
              <a:t>Non-Linear SVM</a:t>
            </a:r>
          </a:p>
        </p:txBody>
      </p:sp>
      <p:pic>
        <p:nvPicPr>
          <p:cNvPr id="5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0762D3E4-D093-4E0E-9FE7-27D3A49F91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" r="12436"/>
          <a:stretch/>
        </p:blipFill>
        <p:spPr>
          <a:xfrm>
            <a:off x="6190488" y="566928"/>
            <a:ext cx="5157216" cy="52861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089CB41-F399-4AEB-980C-5BFB1049C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FC967B-3DD6-463D-9DB9-6E4419AE0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96768" y="3817404"/>
            <a:ext cx="54864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ED31E828-5B98-4BC9-B042-B2E9B3392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60" y="2835062"/>
            <a:ext cx="6150633" cy="275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05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E93E-B7D2-4C4F-B1F2-82216D9D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BE5DD-7AE3-45A6-A03F-4BD9316A8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PROS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8587E-C8A3-4F17-BE61-5533F75C0A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Memory efficient</a:t>
            </a:r>
          </a:p>
          <a:p>
            <a:r>
              <a:rPr lang="en-US" dirty="0"/>
              <a:t>Suitable for high dimension data</a:t>
            </a:r>
          </a:p>
          <a:p>
            <a:r>
              <a:rPr lang="en-US" dirty="0"/>
              <a:t>Better accuracy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8E0C47-AD71-4EB5-A813-7ACFF5B6C5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047B7-5EB9-47CE-9911-CB1FF395C38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Longer training time</a:t>
            </a:r>
          </a:p>
          <a:p>
            <a:r>
              <a:rPr lang="en-US" dirty="0"/>
              <a:t>Underperforms when the number of features exceed the number of training data samples</a:t>
            </a:r>
          </a:p>
        </p:txBody>
      </p:sp>
    </p:spTree>
    <p:extLst>
      <p:ext uri="{BB962C8B-B14F-4D97-AF65-F5344CB8AC3E}">
        <p14:creationId xmlns:p14="http://schemas.microsoft.com/office/powerpoint/2010/main" val="480806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2" name="Freeform: Shape 61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4" name="Freeform: Shape 63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D8E6D-F0AF-431C-AD2B-B2F59193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Convolutional Neural Network (CNN)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27078-B5C8-4F61-A21D-B4F0E02AC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What is Neural Network?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4D94DC2F-A2B4-4154-BA03-163FCAE69A3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9590" r="9938" b="554"/>
          <a:stretch/>
        </p:blipFill>
        <p:spPr>
          <a:xfrm>
            <a:off x="4898967" y="893830"/>
            <a:ext cx="6921940" cy="517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38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F0DE4-4C5B-46B1-A031-06C8AE40D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4" y="957447"/>
            <a:ext cx="3383280" cy="4943105"/>
          </a:xfrm>
        </p:spPr>
        <p:txBody>
          <a:bodyPr anchor="ctr">
            <a:normAutofit/>
          </a:bodyPr>
          <a:lstStyle/>
          <a:p>
            <a:r>
              <a:rPr lang="en-US"/>
              <a:t>Working of Neural Network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8D42C2D5-A16E-4A21-8937-0B57AD05A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654429"/>
              </p:ext>
            </p:extLst>
          </p:nvPr>
        </p:nvGraphicFramePr>
        <p:xfrm>
          <a:off x="4553712" y="621792"/>
          <a:ext cx="6812280" cy="554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6559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18F6282-6C9B-4203-BD61-B1CE280073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075" b="36054"/>
          <a:stretch/>
        </p:blipFill>
        <p:spPr>
          <a:xfrm>
            <a:off x="233141" y="1342848"/>
            <a:ext cx="11707923" cy="415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83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Rectangle 26">
            <a:extLst>
              <a:ext uri="{FF2B5EF4-FFF2-40B4-BE49-F238E27FC236}">
                <a16:creationId xmlns:a16="http://schemas.microsoft.com/office/drawing/2014/main" id="{16F48AD3-C8B3-4F74-B546-F12937F7D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CC081-F087-4270-848F-2450C5964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Architecture of CNN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5C4C6802-6A34-42F0-94A4-AB9861B98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2" y="1607034"/>
            <a:ext cx="7053626" cy="3491544"/>
          </a:xfrm>
          <a:prstGeom prst="rect">
            <a:avLst/>
          </a:prstGeom>
        </p:spPr>
      </p:pic>
      <p:sp>
        <p:nvSpPr>
          <p:cNvPr id="24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3887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D68E6-0965-4B1A-8655-0BD17ABD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124FA-34EB-4D38-B90B-4B7341A34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08CA0-1381-423A-ACD3-23F41607E9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Implicit feature extraction</a:t>
            </a:r>
          </a:p>
          <a:p>
            <a:r>
              <a:rPr lang="en-US" dirty="0"/>
              <a:t>Less pre-processing required</a:t>
            </a:r>
          </a:p>
          <a:p>
            <a:r>
              <a:rPr lang="en-US" dirty="0"/>
              <a:t>High accuracy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25635-7CEA-424F-BC1A-8FDE6A091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3D6CF-97C9-4CC9-AF85-649C6FD5808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Prone to overfit</a:t>
            </a:r>
          </a:p>
          <a:p>
            <a:r>
              <a:rPr lang="en-US" dirty="0"/>
              <a:t>Longer training time</a:t>
            </a:r>
          </a:p>
          <a:p>
            <a:r>
              <a:rPr lang="en-US" dirty="0"/>
              <a:t>Slow in nature because of maxpooling</a:t>
            </a:r>
          </a:p>
        </p:txBody>
      </p:sp>
    </p:spTree>
    <p:extLst>
      <p:ext uri="{BB962C8B-B14F-4D97-AF65-F5344CB8AC3E}">
        <p14:creationId xmlns:p14="http://schemas.microsoft.com/office/powerpoint/2010/main" val="3476520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7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ectangle 7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4" name="Rectangle 81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FD10E-F498-442D-B288-7DE84DF9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/>
              <a:t>IMPLEMENTATION</a:t>
            </a:r>
          </a:p>
        </p:txBody>
      </p:sp>
      <p:sp>
        <p:nvSpPr>
          <p:cNvPr id="105" name="Rectangle 83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Rectangle 85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355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3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3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6" name="Rectangle 3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Light bulb on yellow background with sketched light beams and cord">
            <a:extLst>
              <a:ext uri="{FF2B5EF4-FFF2-40B4-BE49-F238E27FC236}">
                <a16:creationId xmlns:a16="http://schemas.microsoft.com/office/drawing/2014/main" id="{45E76E80-6DCF-48A8-AF8C-91345D1EDD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37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57" name="Rectangle 38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BE1B9-505B-46F4-BD7A-1641E8671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HOW to ASSESS a ML MODEL</a:t>
            </a:r>
          </a:p>
        </p:txBody>
      </p:sp>
      <p:sp>
        <p:nvSpPr>
          <p:cNvPr id="58" name="Rectangle 4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4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00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F9AAF-B73F-4020-AA3A-B3FA27CD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Confusion Matrix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id="{3663A277-D701-42D3-B2F7-F2DB23A4F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4608" y="1399277"/>
            <a:ext cx="6846363" cy="390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89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6">
            <a:extLst>
              <a:ext uri="{FF2B5EF4-FFF2-40B4-BE49-F238E27FC236}">
                <a16:creationId xmlns:a16="http://schemas.microsoft.com/office/drawing/2014/main" id="{4E53A02A-0A33-40D9-A04E-36FA92BFD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Rectangle 48">
            <a:extLst>
              <a:ext uri="{FF2B5EF4-FFF2-40B4-BE49-F238E27FC236}">
                <a16:creationId xmlns:a16="http://schemas.microsoft.com/office/drawing/2014/main" id="{216DD803-634F-4EF2-A1E7-B1911DEE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438860"/>
            <a:ext cx="11167447" cy="575276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3" descr="Timeline&#10;&#10;Description automatically generated">
            <a:extLst>
              <a:ext uri="{FF2B5EF4-FFF2-40B4-BE49-F238E27FC236}">
                <a16:creationId xmlns:a16="http://schemas.microsoft.com/office/drawing/2014/main" id="{8775153D-DDB7-4246-8777-54D6B45C0E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2" r="1" b="1"/>
          <a:stretch/>
        </p:blipFill>
        <p:spPr>
          <a:xfrm>
            <a:off x="796130" y="632129"/>
            <a:ext cx="10691603" cy="5330771"/>
          </a:xfrm>
          <a:prstGeom prst="rect">
            <a:avLst/>
          </a:prstGeom>
        </p:spPr>
      </p:pic>
      <p:sp>
        <p:nvSpPr>
          <p:cNvPr id="46" name="Rectangle 50">
            <a:extLst>
              <a:ext uri="{FF2B5EF4-FFF2-40B4-BE49-F238E27FC236}">
                <a16:creationId xmlns:a16="http://schemas.microsoft.com/office/drawing/2014/main" id="{A77B63F8-D1F3-4D40-B2D4-779BAE82B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12465" y="4081933"/>
            <a:ext cx="167069" cy="420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559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ree arrows on bullseye">
            <a:extLst>
              <a:ext uri="{FF2B5EF4-FFF2-40B4-BE49-F238E27FC236}">
                <a16:creationId xmlns:a16="http://schemas.microsoft.com/office/drawing/2014/main" id="{29091059-6406-4F0E-B219-05DB8C5527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4122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035D4F-F60A-4A6F-88F1-B46838F5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US" sz="5000"/>
              <a:t>Performance Metrics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CAA03-2586-406D-ADFE-65E5A7915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Accuracy</a:t>
            </a:r>
          </a:p>
          <a:p>
            <a:r>
              <a:rPr lang="en-US" sz="2000"/>
              <a:t>Precision</a:t>
            </a:r>
          </a:p>
          <a:p>
            <a:r>
              <a:rPr lang="en-US" sz="2000"/>
              <a:t>Recall</a:t>
            </a:r>
          </a:p>
          <a:p>
            <a:r>
              <a:rPr lang="en-US" sz="2000"/>
              <a:t>F1 Score</a:t>
            </a:r>
          </a:p>
        </p:txBody>
      </p:sp>
    </p:spTree>
    <p:extLst>
      <p:ext uri="{BB962C8B-B14F-4D97-AF65-F5344CB8AC3E}">
        <p14:creationId xmlns:p14="http://schemas.microsoft.com/office/powerpoint/2010/main" val="4036132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8">
            <a:extLst>
              <a:ext uri="{FF2B5EF4-FFF2-40B4-BE49-F238E27FC236}">
                <a16:creationId xmlns:a16="http://schemas.microsoft.com/office/drawing/2014/main" id="{B5416EBC-B41E-4F8A-BE9F-07301B682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AFF79527-C7F1-4E06-8126-A8E8C5FE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FE215-D514-45E0-93E5-AE65F0B92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19072"/>
            <a:ext cx="3103427" cy="35204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Accuracy</a:t>
            </a: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55986208-8A53-4E92-9197-6B57BCCB2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F35F7E1B-AF97-4AC1-BCFB-C601E5100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013547"/>
              </p:ext>
            </p:extLst>
          </p:nvPr>
        </p:nvGraphicFramePr>
        <p:xfrm>
          <a:off x="4727448" y="640080"/>
          <a:ext cx="6967728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736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0ACE-5AFE-45E0-B5AF-7D1F69FA8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Precision and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BA438-2739-4E52-BB21-12C91A5467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PRECISION</a:t>
            </a:r>
            <a:r>
              <a:rPr lang="en-US"/>
              <a:t> is "The no.</a:t>
            </a:r>
            <a:r>
              <a:rPr lang="en-US">
                <a:ea typeface="+mn-lt"/>
                <a:cs typeface="+mn-lt"/>
              </a:rPr>
              <a:t> of True Positive divided by no. of all detected patterns"</a:t>
            </a:r>
            <a:endParaRPr lang="en-US"/>
          </a:p>
          <a:p>
            <a:endParaRPr lang="en-US"/>
          </a:p>
          <a:p>
            <a:r>
              <a:rPr lang="en-US"/>
              <a:t>Precision = TP / TP + FP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37895-7915-4058-90B8-9F1057EDB9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RECALL </a:t>
            </a:r>
            <a:r>
              <a:rPr lang="en-US"/>
              <a:t>is "The n</a:t>
            </a:r>
            <a:r>
              <a:rPr lang="en-US">
                <a:ea typeface="+mn-lt"/>
                <a:cs typeface="+mn-lt"/>
              </a:rPr>
              <a:t>o. of True Positive divided by no. of relevant patterns"</a:t>
            </a:r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Recall = TP / TP + FN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40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2B99F1-B2DC-437E-A8A1-A57F2F29F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8F2B2-00E0-4271-9AD2-1020B26EE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1092857"/>
            <a:ext cx="3669704" cy="4389120"/>
          </a:xfrm>
        </p:spPr>
        <p:txBody>
          <a:bodyPr>
            <a:normAutofit/>
          </a:bodyPr>
          <a:lstStyle/>
          <a:p>
            <a:r>
              <a:rPr lang="en-US"/>
              <a:t>'F1' 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935374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7D78F-4504-4BFB-B098-FC71F5B77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679" y="1092857"/>
            <a:ext cx="5670087" cy="43891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'F1' score</a:t>
            </a:r>
            <a:r>
              <a:rPr lang="en-US" sz="2000">
                <a:ea typeface="+mn-lt"/>
                <a:cs typeface="+mn-lt"/>
              </a:rPr>
              <a:t> is the harmonic mean of </a:t>
            </a:r>
            <a:r>
              <a:rPr lang="en-US" sz="2000" b="1">
                <a:ea typeface="+mn-lt"/>
                <a:cs typeface="+mn-lt"/>
              </a:rPr>
              <a:t>Precision </a:t>
            </a:r>
            <a:r>
              <a:rPr lang="en-US" sz="2000">
                <a:ea typeface="+mn-lt"/>
                <a:cs typeface="+mn-lt"/>
              </a:rPr>
              <a:t>and</a:t>
            </a:r>
            <a:r>
              <a:rPr lang="en-US" sz="2000" b="1">
                <a:ea typeface="+mn-lt"/>
                <a:cs typeface="+mn-lt"/>
              </a:rPr>
              <a:t> Recall</a:t>
            </a:r>
          </a:p>
          <a:p>
            <a:endParaRPr lang="en-US" sz="2000" b="1"/>
          </a:p>
          <a:p>
            <a:r>
              <a:rPr lang="en-US" sz="2000">
                <a:ea typeface="+mn-lt"/>
                <a:cs typeface="+mn-lt"/>
              </a:rPr>
              <a:t>F1 Score = (2 * recall * precision) / (recall + precision) </a:t>
            </a:r>
            <a:endParaRPr lang="en-US" sz="2000" b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4327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2F58BF-12E5-4B5A-AD25-4DAAA2742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DE53AE-C83E-46E6-8888-BC9235B5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RESULTS</a:t>
            </a:r>
          </a:p>
        </p:txBody>
      </p:sp>
      <p:sp>
        <p:nvSpPr>
          <p:cNvPr id="14" name="!!accent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Magnifying glass showing decling performance">
            <a:extLst>
              <a:ext uri="{FF2B5EF4-FFF2-40B4-BE49-F238E27FC236}">
                <a16:creationId xmlns:a16="http://schemas.microsoft.com/office/drawing/2014/main" id="{842D61DB-8D53-433B-A9A3-D0DEDFB3D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81" r="12442" b="-3"/>
          <a:stretch/>
        </p:blipFill>
        <p:spPr>
          <a:xfrm>
            <a:off x="4868487" y="10"/>
            <a:ext cx="732351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8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0549EF-E3A5-48D7-9134-A4E08C0E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16DD803-634F-4EF2-A1E7-B1911DEE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438860"/>
            <a:ext cx="11167447" cy="575276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7B63F8-D1F3-4D40-B2D4-779BAE82B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58398" y="-4818940"/>
            <a:ext cx="167069" cy="1051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0EF23655-AC1A-4C67-84E9-39F034E8F8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00"/>
          <a:stretch/>
        </p:blipFill>
        <p:spPr>
          <a:xfrm>
            <a:off x="884132" y="825086"/>
            <a:ext cx="10515600" cy="505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69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1B0549EF-E3A5-48D7-9134-A4E08C0E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216DD803-634F-4EF2-A1E7-B1911DEE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438860"/>
            <a:ext cx="11167447" cy="575276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77B63F8-D1F3-4D40-B2D4-779BAE82B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58398" y="-4818940"/>
            <a:ext cx="167069" cy="1051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78235F9-75A3-41F8-A736-156A80CB9E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89"/>
          <a:stretch/>
        </p:blipFill>
        <p:spPr>
          <a:xfrm>
            <a:off x="884132" y="825086"/>
            <a:ext cx="10515600" cy="505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42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C986-3EA6-4CDD-8F8E-B8B574B5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B101E-BCFA-42FE-BFE9-8AA8EF4FE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>
              <a:buFont typeface="Wingdings" panose="020B0604020202020204" pitchFamily="34" charset="0"/>
              <a:buChar char="q"/>
            </a:pPr>
            <a:endParaRPr lang="en-US"/>
          </a:p>
          <a:p>
            <a:pPr>
              <a:buFont typeface="Wingdings" panose="020B0604020202020204" pitchFamily="34" charset="0"/>
              <a:buChar char="q"/>
            </a:pPr>
            <a:endParaRPr lang="en-US"/>
          </a:p>
          <a:p>
            <a:pPr>
              <a:buFont typeface="Wingdings" panose="020B0604020202020204" pitchFamily="34" charset="0"/>
              <a:buChar char="q"/>
            </a:pPr>
            <a:r>
              <a:rPr lang="en-US"/>
              <a:t> </a:t>
            </a:r>
            <a:r>
              <a:rPr lang="en-US" sz="2900" b="1"/>
              <a:t>Progress made ( Up to : 27</a:t>
            </a:r>
            <a:r>
              <a:rPr lang="en-US" sz="2900" b="1" baseline="30000"/>
              <a:t>th </a:t>
            </a:r>
            <a:r>
              <a:rPr lang="en-US" sz="2900" b="1"/>
              <a:t>April 2021 )</a:t>
            </a:r>
          </a:p>
          <a:p>
            <a:pPr lvl="1"/>
            <a:r>
              <a:rPr lang="en-US" sz="2600"/>
              <a:t>Done with implementation of Decision Tree model</a:t>
            </a:r>
          </a:p>
          <a:p>
            <a:pPr lvl="1"/>
            <a:r>
              <a:rPr lang="en-US" sz="2600"/>
              <a:t>Done with implementation of SVM model</a:t>
            </a:r>
          </a:p>
          <a:p>
            <a:pPr marL="457200" lvl="1" indent="0">
              <a:buNone/>
            </a:pPr>
            <a:r>
              <a:rPr lang="en-US" sz="2600"/>
              <a:t>(both the models on yale dataset, which consists of grayscale images only)</a:t>
            </a:r>
          </a:p>
          <a:p>
            <a:pPr marL="457200" lvl="1" indent="0">
              <a:buNone/>
            </a:pPr>
            <a:endParaRPr lang="en-US" sz="2600"/>
          </a:p>
          <a:p>
            <a:pPr>
              <a:buFont typeface="Wingdings" panose="020B0604020202020204" pitchFamily="34" charset="0"/>
              <a:buChar char="q"/>
            </a:pPr>
            <a:r>
              <a:rPr lang="en-US" sz="2900" b="1"/>
              <a:t>Progress to be made</a:t>
            </a:r>
          </a:p>
          <a:p>
            <a:pPr lvl="1"/>
            <a:r>
              <a:rPr lang="en-US" sz="2600"/>
              <a:t>Understanding the CNN related concepts - ( 10</a:t>
            </a:r>
            <a:r>
              <a:rPr lang="en-US" sz="2600" baseline="30000"/>
              <a:t>th</a:t>
            </a:r>
            <a:r>
              <a:rPr lang="en-US" sz="2600"/>
              <a:t> May 2021 )</a:t>
            </a:r>
          </a:p>
          <a:p>
            <a:pPr lvl="1"/>
            <a:r>
              <a:rPr lang="en-US" sz="2600"/>
              <a:t>Implementation using CNN algorithm - ( 20</a:t>
            </a:r>
            <a:r>
              <a:rPr lang="en-US" sz="2600" baseline="30000"/>
              <a:t>th</a:t>
            </a:r>
            <a:r>
              <a:rPr lang="en-US" sz="2600"/>
              <a:t> May 2021 ) ------ ( 27</a:t>
            </a:r>
            <a:r>
              <a:rPr lang="en-US" sz="2600" baseline="30000"/>
              <a:t>th</a:t>
            </a:r>
            <a:r>
              <a:rPr lang="en-US" sz="2600"/>
              <a:t> May 2021 )</a:t>
            </a:r>
          </a:p>
          <a:p>
            <a:pPr lvl="1"/>
            <a:r>
              <a:rPr lang="en-US" sz="2600"/>
              <a:t>Comparison between all the three models built - ( 25</a:t>
            </a:r>
            <a:r>
              <a:rPr lang="en-US" sz="2600" baseline="30000"/>
              <a:t>th</a:t>
            </a:r>
            <a:r>
              <a:rPr lang="en-US" sz="2600"/>
              <a:t> May 2021 ) ------ ( 3</a:t>
            </a:r>
            <a:r>
              <a:rPr lang="en-US" sz="2600" baseline="30000"/>
              <a:t>rd</a:t>
            </a:r>
            <a:r>
              <a:rPr lang="en-US" sz="2600"/>
              <a:t> June 2021 )</a:t>
            </a:r>
          </a:p>
          <a:p>
            <a:pPr lvl="1"/>
            <a:r>
              <a:rPr lang="en-US" sz="2600"/>
              <a:t>Documentation - ( 10</a:t>
            </a:r>
            <a:r>
              <a:rPr lang="en-US" sz="2600" baseline="30000"/>
              <a:t>th</a:t>
            </a:r>
            <a:r>
              <a:rPr lang="en-US" sz="2600"/>
              <a:t> June 2021 ) ------ ( 15</a:t>
            </a:r>
            <a:r>
              <a:rPr lang="en-US" sz="2600" baseline="30000"/>
              <a:t>th</a:t>
            </a:r>
            <a:r>
              <a:rPr lang="en-US" sz="2600"/>
              <a:t> June 2021 )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219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050FE-ACC2-4346-8BA1-EA066F4F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367E0-4C1E-4FA0-BB93-F5CD23562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http://www.dcs.gla.ac.uk/~vincia/textbook.pdf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3"/>
              </a:rPr>
              <a:t>https://papers.nips.cc/paper/1998/file/a2cc63e065705fe938a4dda49092966f-Paper.pdf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4"/>
              </a:rPr>
              <a:t>https://towardsdatascience.com/support-vector-machines-svm-c9ef22815589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5"/>
              </a:rPr>
              <a:t>https://algorithmia.com/blog/evaluating-machine-learning-models-with-a-confusion-matrix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6"/>
              </a:rPr>
              <a:t>https://www.mathworks.com/help/stats/fitctree.html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7"/>
              </a:rPr>
              <a:t>https://www.mathworks.com/help/vision/ref/extracthogfeatures.html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8"/>
              </a:rPr>
              <a:t>https://www.mathworks.com/help/stats/fitcecoc.html</a:t>
            </a:r>
            <a:endParaRPr lang="en-US">
              <a:ea typeface="+mn-lt"/>
              <a:cs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93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E94D8D-BC47-413E-91AB-A2FCCE172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76A8F-C046-4EC0-8D2A-7EADFF5D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71749"/>
            <a:ext cx="10515600" cy="10920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THANK YOU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84A8429-F65A-490D-96E4-1158D3E8A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41771"/>
            <a:ext cx="10515599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6E581929-673A-475E-91E1-11B1E53C4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6059" y="286602"/>
            <a:ext cx="3879879" cy="387987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F022291-A82B-4D23-A1E0-5F9BD6846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41136" y="5905709"/>
            <a:ext cx="109728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9976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AccentBoxVTI</vt:lpstr>
      <vt:lpstr>HUMAN FACE RECOGNITION</vt:lpstr>
      <vt:lpstr>Project Details</vt:lpstr>
      <vt:lpstr>CONTENTS </vt:lpstr>
      <vt:lpstr>AIM</vt:lpstr>
      <vt:lpstr>INTRODUCTION</vt:lpstr>
      <vt:lpstr>PowerPoint Presentation</vt:lpstr>
      <vt:lpstr>Decision Trees</vt:lpstr>
      <vt:lpstr>Example</vt:lpstr>
      <vt:lpstr>PROS and CONS</vt:lpstr>
      <vt:lpstr>Algorithms</vt:lpstr>
      <vt:lpstr>CART (Classification And Regression Tree)</vt:lpstr>
      <vt:lpstr>PowerPoint Presentation</vt:lpstr>
      <vt:lpstr>PowerPoint Presentation</vt:lpstr>
      <vt:lpstr>Support Vector Machine (SVM)</vt:lpstr>
      <vt:lpstr>Features are based on</vt:lpstr>
      <vt:lpstr>Types of SVM</vt:lpstr>
      <vt:lpstr>PROS and CONS</vt:lpstr>
      <vt:lpstr>Convolutional Neural Network (CNN)</vt:lpstr>
      <vt:lpstr>Working of Neural Network</vt:lpstr>
      <vt:lpstr>PowerPoint Presentation</vt:lpstr>
      <vt:lpstr>Architecture of CNN</vt:lpstr>
      <vt:lpstr>PROS and CONS</vt:lpstr>
      <vt:lpstr>IMPLEMENTATION</vt:lpstr>
      <vt:lpstr>HOW to ASSESS a ML MODEL</vt:lpstr>
      <vt:lpstr>Confusion Matrix</vt:lpstr>
      <vt:lpstr>PowerPoint Presentation</vt:lpstr>
      <vt:lpstr>Performance Metrics</vt:lpstr>
      <vt:lpstr>Accuracy</vt:lpstr>
      <vt:lpstr>Precision and Recall</vt:lpstr>
      <vt:lpstr>'F1' Score</vt:lpstr>
      <vt:lpstr>RESULTS</vt:lpstr>
      <vt:lpstr>PowerPoint Presentation</vt:lpstr>
      <vt:lpstr>PowerPoint Presentation</vt:lpstr>
      <vt:lpstr>TimeLine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FACE RECOGNITION</dc:title>
  <dc:creator>Supratik Akkala</dc:creator>
  <cp:revision>208</cp:revision>
  <dcterms:created xsi:type="dcterms:W3CDTF">2020-09-24T17:23:09Z</dcterms:created>
  <dcterms:modified xsi:type="dcterms:W3CDTF">2021-06-14T18:42:49Z</dcterms:modified>
</cp:coreProperties>
</file>